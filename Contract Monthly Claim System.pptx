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86" r:id="rId7"/>
    <p:sldId id="288" r:id="rId8"/>
    <p:sldId id="290" r:id="rId9"/>
    <p:sldId id="294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32647E-E3FA-4587-AAD3-96777504CBC6}" v="162" dt="2025-11-21T20:05:41.711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tt James" userId="d6e4463f3d9e46fb" providerId="LiveId" clId="{8716653C-DF99-4BA8-BE5A-A20F93F7B645}"/>
    <pc:docChg chg="undo redo custSel addSld delSld modSld">
      <pc:chgData name="Brett James" userId="d6e4463f3d9e46fb" providerId="LiveId" clId="{8716653C-DF99-4BA8-BE5A-A20F93F7B645}" dt="2025-11-21T20:05:53.264" v="1104" actId="1076"/>
      <pc:docMkLst>
        <pc:docMk/>
      </pc:docMkLst>
      <pc:sldChg chg="modSp mod">
        <pc:chgData name="Brett James" userId="d6e4463f3d9e46fb" providerId="LiveId" clId="{8716653C-DF99-4BA8-BE5A-A20F93F7B645}" dt="2025-11-21T17:50:52.920" v="6" actId="2711"/>
        <pc:sldMkLst>
          <pc:docMk/>
          <pc:sldMk cId="2259308896" sldId="256"/>
        </pc:sldMkLst>
        <pc:spChg chg="mod">
          <ac:chgData name="Brett James" userId="d6e4463f3d9e46fb" providerId="LiveId" clId="{8716653C-DF99-4BA8-BE5A-A20F93F7B645}" dt="2025-11-21T17:50:52.920" v="6" actId="2711"/>
          <ac:spMkLst>
            <pc:docMk/>
            <pc:sldMk cId="2259308896" sldId="256"/>
            <ac:spMk id="4" creationId="{C8386C8E-36A5-31FB-E70A-7C037C655746}"/>
          </ac:spMkLst>
        </pc:spChg>
        <pc:spChg chg="mod">
          <ac:chgData name="Brett James" userId="d6e4463f3d9e46fb" providerId="LiveId" clId="{8716653C-DF99-4BA8-BE5A-A20F93F7B645}" dt="2025-11-21T17:50:35.892" v="5" actId="207"/>
          <ac:spMkLst>
            <pc:docMk/>
            <pc:sldMk cId="2259308896" sldId="256"/>
            <ac:spMk id="5" creationId="{CB595F2D-259B-9FF0-6AA3-491A4947DA3D}"/>
          </ac:spMkLst>
        </pc:spChg>
      </pc:sldChg>
      <pc:sldChg chg="modSp mod">
        <pc:chgData name="Brett James" userId="d6e4463f3d9e46fb" providerId="LiveId" clId="{8716653C-DF99-4BA8-BE5A-A20F93F7B645}" dt="2025-11-21T17:55:18.800" v="43" actId="1076"/>
        <pc:sldMkLst>
          <pc:docMk/>
          <pc:sldMk cId="1325608595" sldId="257"/>
        </pc:sldMkLst>
        <pc:spChg chg="mod">
          <ac:chgData name="Brett James" userId="d6e4463f3d9e46fb" providerId="LiveId" clId="{8716653C-DF99-4BA8-BE5A-A20F93F7B645}" dt="2025-11-21T17:53:06.043" v="30" actId="404"/>
          <ac:spMkLst>
            <pc:docMk/>
            <pc:sldMk cId="1325608595" sldId="257"/>
            <ac:spMk id="2" creationId="{912DF434-28DB-4621-A497-D62C41CE0419}"/>
          </ac:spMkLst>
        </pc:spChg>
        <pc:spChg chg="mod">
          <ac:chgData name="Brett James" userId="d6e4463f3d9e46fb" providerId="LiveId" clId="{8716653C-DF99-4BA8-BE5A-A20F93F7B645}" dt="2025-11-21T17:55:18.800" v="43" actId="1076"/>
          <ac:spMkLst>
            <pc:docMk/>
            <pc:sldMk cId="1325608595" sldId="257"/>
            <ac:spMk id="3" creationId="{22788C46-D0BC-4307-AE55-7601A139E7CB}"/>
          </ac:spMkLst>
        </pc:spChg>
      </pc:sldChg>
      <pc:sldChg chg="addSp delSp modSp mod">
        <pc:chgData name="Brett James" userId="d6e4463f3d9e46fb" providerId="LiveId" clId="{8716653C-DF99-4BA8-BE5A-A20F93F7B645}" dt="2025-11-21T18:02:46.852" v="115" actId="404"/>
        <pc:sldMkLst>
          <pc:docMk/>
          <pc:sldMk cId="3662677160" sldId="286"/>
        </pc:sldMkLst>
        <pc:spChg chg="del mod">
          <ac:chgData name="Brett James" userId="d6e4463f3d9e46fb" providerId="LiveId" clId="{8716653C-DF99-4BA8-BE5A-A20F93F7B645}" dt="2025-11-21T17:55:58.915" v="47" actId="478"/>
          <ac:spMkLst>
            <pc:docMk/>
            <pc:sldMk cId="3662677160" sldId="286"/>
            <ac:spMk id="2" creationId="{6F148DD4-4828-CE87-0C5C-42BE175E8DA5}"/>
          </ac:spMkLst>
        </pc:spChg>
        <pc:spChg chg="add del mod">
          <ac:chgData name="Brett James" userId="d6e4463f3d9e46fb" providerId="LiveId" clId="{8716653C-DF99-4BA8-BE5A-A20F93F7B645}" dt="2025-11-21T17:55:55.327" v="45" actId="478"/>
          <ac:spMkLst>
            <pc:docMk/>
            <pc:sldMk cId="3662677160" sldId="286"/>
            <ac:spMk id="4" creationId="{E079FB61-07A1-E993-7C06-25C618F5AF56}"/>
          </ac:spMkLst>
        </pc:spChg>
        <pc:spChg chg="add del mod">
          <ac:chgData name="Brett James" userId="d6e4463f3d9e46fb" providerId="LiveId" clId="{8716653C-DF99-4BA8-BE5A-A20F93F7B645}" dt="2025-11-21T17:56:06.044" v="48" actId="478"/>
          <ac:spMkLst>
            <pc:docMk/>
            <pc:sldMk cId="3662677160" sldId="286"/>
            <ac:spMk id="6" creationId="{436BF0F7-DEB8-B005-B3F5-CD90BA8AAE20}"/>
          </ac:spMkLst>
        </pc:spChg>
        <pc:spChg chg="add mod">
          <ac:chgData name="Brett James" userId="d6e4463f3d9e46fb" providerId="LiveId" clId="{8716653C-DF99-4BA8-BE5A-A20F93F7B645}" dt="2025-11-21T17:56:41.675" v="65" actId="207"/>
          <ac:spMkLst>
            <pc:docMk/>
            <pc:sldMk cId="3662677160" sldId="286"/>
            <ac:spMk id="7" creationId="{61A6CC1B-6C4D-A6CF-D8D0-D8B2BA44AFBA}"/>
          </ac:spMkLst>
        </pc:spChg>
        <pc:spChg chg="add del mod">
          <ac:chgData name="Brett James" userId="d6e4463f3d9e46fb" providerId="LiveId" clId="{8716653C-DF99-4BA8-BE5A-A20F93F7B645}" dt="2025-11-21T17:57:10.341" v="71"/>
          <ac:spMkLst>
            <pc:docMk/>
            <pc:sldMk cId="3662677160" sldId="286"/>
            <ac:spMk id="8" creationId="{090EF402-CACD-F143-72B8-9A611FB9D23B}"/>
          </ac:spMkLst>
        </pc:spChg>
        <pc:spChg chg="add del mod">
          <ac:chgData name="Brett James" userId="d6e4463f3d9e46fb" providerId="LiveId" clId="{8716653C-DF99-4BA8-BE5A-A20F93F7B645}" dt="2025-11-21T17:57:10.341" v="73"/>
          <ac:spMkLst>
            <pc:docMk/>
            <pc:sldMk cId="3662677160" sldId="286"/>
            <ac:spMk id="9" creationId="{8863A531-8D25-A6FF-739E-30760C40A56A}"/>
          </ac:spMkLst>
        </pc:spChg>
        <pc:spChg chg="add mod">
          <ac:chgData name="Brett James" userId="d6e4463f3d9e46fb" providerId="LiveId" clId="{8716653C-DF99-4BA8-BE5A-A20F93F7B645}" dt="2025-11-21T18:02:46.852" v="115" actId="404"/>
          <ac:spMkLst>
            <pc:docMk/>
            <pc:sldMk cId="3662677160" sldId="286"/>
            <ac:spMk id="11" creationId="{4DAA8913-532A-7DE0-6E5F-877913853851}"/>
          </ac:spMkLst>
        </pc:spChg>
        <pc:spChg chg="add mod">
          <ac:chgData name="Brett James" userId="d6e4463f3d9e46fb" providerId="LiveId" clId="{8716653C-DF99-4BA8-BE5A-A20F93F7B645}" dt="2025-11-21T17:58:26.859" v="92" actId="12"/>
          <ac:spMkLst>
            <pc:docMk/>
            <pc:sldMk cId="3662677160" sldId="286"/>
            <ac:spMk id="12" creationId="{B37889EF-5808-5ED4-ACA9-9CED2323A3F6}"/>
          </ac:spMkLst>
        </pc:spChg>
        <pc:picChg chg="del">
          <ac:chgData name="Brett James" userId="d6e4463f3d9e46fb" providerId="LiveId" clId="{8716653C-DF99-4BA8-BE5A-A20F93F7B645}" dt="2025-11-21T17:55:53.434" v="44" actId="478"/>
          <ac:picMkLst>
            <pc:docMk/>
            <pc:sldMk cId="3662677160" sldId="286"/>
            <ac:picMk id="10" creationId="{FCA2FB5B-570E-D181-A4B1-1DCB61C08948}"/>
          </ac:picMkLst>
        </pc:picChg>
      </pc:sldChg>
      <pc:sldChg chg="addSp delSp modSp mod">
        <pc:chgData name="Brett James" userId="d6e4463f3d9e46fb" providerId="LiveId" clId="{8716653C-DF99-4BA8-BE5A-A20F93F7B645}" dt="2025-11-21T18:03:58.865" v="125" actId="1076"/>
        <pc:sldMkLst>
          <pc:docMk/>
          <pc:sldMk cId="779750606" sldId="288"/>
        </pc:sldMkLst>
        <pc:spChg chg="mod">
          <ac:chgData name="Brett James" userId="d6e4463f3d9e46fb" providerId="LiveId" clId="{8716653C-DF99-4BA8-BE5A-A20F93F7B645}" dt="2025-11-21T18:01:33.291" v="105" actId="207"/>
          <ac:spMkLst>
            <pc:docMk/>
            <pc:sldMk cId="779750606" sldId="288"/>
            <ac:spMk id="2" creationId="{E3CEE190-899A-46D2-989D-C4BC6A46F946}"/>
          </ac:spMkLst>
        </pc:spChg>
        <pc:spChg chg="mod">
          <ac:chgData name="Brett James" userId="d6e4463f3d9e46fb" providerId="LiveId" clId="{8716653C-DF99-4BA8-BE5A-A20F93F7B645}" dt="2025-11-21T18:03:09.144" v="117" actId="1076"/>
          <ac:spMkLst>
            <pc:docMk/>
            <pc:sldMk cId="779750606" sldId="288"/>
            <ac:spMk id="3" creationId="{26BC9DE8-A5CC-4BE1-0DE5-CB15D01A7919}"/>
          </ac:spMkLst>
        </pc:spChg>
        <pc:spChg chg="add del mod">
          <ac:chgData name="Brett James" userId="d6e4463f3d9e46fb" providerId="LiveId" clId="{8716653C-DF99-4BA8-BE5A-A20F93F7B645}" dt="2025-11-21T18:00:48.172" v="94" actId="478"/>
          <ac:spMkLst>
            <pc:docMk/>
            <pc:sldMk cId="779750606" sldId="288"/>
            <ac:spMk id="5" creationId="{B0A17917-07C1-88BB-D9CE-5F5768F0E134}"/>
          </ac:spMkLst>
        </pc:spChg>
        <pc:spChg chg="add mod">
          <ac:chgData name="Brett James" userId="d6e4463f3d9e46fb" providerId="LiveId" clId="{8716653C-DF99-4BA8-BE5A-A20F93F7B645}" dt="2025-11-21T18:03:25.852" v="120" actId="207"/>
          <ac:spMkLst>
            <pc:docMk/>
            <pc:sldMk cId="779750606" sldId="288"/>
            <ac:spMk id="6" creationId="{44BFEE17-5CF3-E09E-9F0A-0CA5E26BE12C}"/>
          </ac:spMkLst>
        </pc:spChg>
        <pc:spChg chg="add mod">
          <ac:chgData name="Brett James" userId="d6e4463f3d9e46fb" providerId="LiveId" clId="{8716653C-DF99-4BA8-BE5A-A20F93F7B645}" dt="2025-11-21T18:03:58.865" v="125" actId="1076"/>
          <ac:spMkLst>
            <pc:docMk/>
            <pc:sldMk cId="779750606" sldId="288"/>
            <ac:spMk id="7" creationId="{6F94E7D7-2419-0A0F-A568-6BA3E19F66EF}"/>
          </ac:spMkLst>
        </pc:spChg>
        <pc:picChg chg="del">
          <ac:chgData name="Brett James" userId="d6e4463f3d9e46fb" providerId="LiveId" clId="{8716653C-DF99-4BA8-BE5A-A20F93F7B645}" dt="2025-11-21T18:00:46.371" v="93" actId="478"/>
          <ac:picMkLst>
            <pc:docMk/>
            <pc:sldMk cId="779750606" sldId="288"/>
            <ac:picMk id="17" creationId="{2ECBBDA4-D2C1-0F46-BA36-5967266F87AD}"/>
          </ac:picMkLst>
        </pc:picChg>
      </pc:sldChg>
      <pc:sldChg chg="delSp modSp del mod">
        <pc:chgData name="Brett James" userId="d6e4463f3d9e46fb" providerId="LiveId" clId="{8716653C-DF99-4BA8-BE5A-A20F93F7B645}" dt="2025-11-21T18:06:37.403" v="132" actId="2696"/>
        <pc:sldMkLst>
          <pc:docMk/>
          <pc:sldMk cId="2529338794" sldId="289"/>
        </pc:sldMkLst>
        <pc:spChg chg="del mod">
          <ac:chgData name="Brett James" userId="d6e4463f3d9e46fb" providerId="LiveId" clId="{8716653C-DF99-4BA8-BE5A-A20F93F7B645}" dt="2025-11-21T18:06:23.831" v="131" actId="478"/>
          <ac:spMkLst>
            <pc:docMk/>
            <pc:sldMk cId="2529338794" sldId="289"/>
            <ac:spMk id="3" creationId="{DAF7743C-9A64-6DD7-26EC-7870E2484D2F}"/>
          </ac:spMkLst>
        </pc:spChg>
        <pc:spChg chg="mod">
          <ac:chgData name="Brett James" userId="d6e4463f3d9e46fb" providerId="LiveId" clId="{8716653C-DF99-4BA8-BE5A-A20F93F7B645}" dt="2025-11-21T18:06:08.907" v="128" actId="207"/>
          <ac:spMkLst>
            <pc:docMk/>
            <pc:sldMk cId="2529338794" sldId="289"/>
            <ac:spMk id="5" creationId="{7FF5EE67-DE83-C00F-F31C-58A2B46234DB}"/>
          </ac:spMkLst>
        </pc:spChg>
      </pc:sldChg>
      <pc:sldChg chg="addSp modSp mod">
        <pc:chgData name="Brett James" userId="d6e4463f3d9e46fb" providerId="LiveId" clId="{8716653C-DF99-4BA8-BE5A-A20F93F7B645}" dt="2025-11-21T18:08:12.601" v="155" actId="1076"/>
        <pc:sldMkLst>
          <pc:docMk/>
          <pc:sldMk cId="1265939620" sldId="290"/>
        </pc:sldMkLst>
        <pc:spChg chg="add mod">
          <ac:chgData name="Brett James" userId="d6e4463f3d9e46fb" providerId="LiveId" clId="{8716653C-DF99-4BA8-BE5A-A20F93F7B645}" dt="2025-11-21T18:07:51.153" v="151" actId="1076"/>
          <ac:spMkLst>
            <pc:docMk/>
            <pc:sldMk cId="1265939620" sldId="290"/>
            <ac:spMk id="2" creationId="{31CD7BFC-3C28-0BC4-3D48-4963DA24FEA5}"/>
          </ac:spMkLst>
        </pc:spChg>
        <pc:spChg chg="mod">
          <ac:chgData name="Brett James" userId="d6e4463f3d9e46fb" providerId="LiveId" clId="{8716653C-DF99-4BA8-BE5A-A20F93F7B645}" dt="2025-11-21T18:07:15.920" v="143" actId="1076"/>
          <ac:spMkLst>
            <pc:docMk/>
            <pc:sldMk cId="1265939620" sldId="290"/>
            <ac:spMk id="3" creationId="{D1455C0B-19FB-954B-532A-0A68CAC4E0E4}"/>
          </ac:spMkLst>
        </pc:spChg>
        <pc:spChg chg="mod">
          <ac:chgData name="Brett James" userId="d6e4463f3d9e46fb" providerId="LiveId" clId="{8716653C-DF99-4BA8-BE5A-A20F93F7B645}" dt="2025-11-21T18:07:33.345" v="147" actId="1076"/>
          <ac:spMkLst>
            <pc:docMk/>
            <pc:sldMk cId="1265939620" sldId="290"/>
            <ac:spMk id="4" creationId="{DBA34351-9D9C-8C32-5CC0-3F19A1CAC037}"/>
          </ac:spMkLst>
        </pc:spChg>
        <pc:spChg chg="add mod">
          <ac:chgData name="Brett James" userId="d6e4463f3d9e46fb" providerId="LiveId" clId="{8716653C-DF99-4BA8-BE5A-A20F93F7B645}" dt="2025-11-21T18:08:12.601" v="155" actId="1076"/>
          <ac:spMkLst>
            <pc:docMk/>
            <pc:sldMk cId="1265939620" sldId="290"/>
            <ac:spMk id="5" creationId="{6AD4DE21-6E96-4AA5-1A4A-89BE6CCB3A21}"/>
          </ac:spMkLst>
        </pc:spChg>
        <pc:spChg chg="mod">
          <ac:chgData name="Brett James" userId="d6e4463f3d9e46fb" providerId="LiveId" clId="{8716653C-DF99-4BA8-BE5A-A20F93F7B645}" dt="2025-11-21T18:06:54.778" v="136" actId="207"/>
          <ac:spMkLst>
            <pc:docMk/>
            <pc:sldMk cId="1265939620" sldId="290"/>
            <ac:spMk id="6" creationId="{EDF9E134-98AA-3ECE-E40A-180C85ACD7D5}"/>
          </ac:spMkLst>
        </pc:spChg>
      </pc:sldChg>
      <pc:sldChg chg="del">
        <pc:chgData name="Brett James" userId="d6e4463f3d9e46fb" providerId="LiveId" clId="{8716653C-DF99-4BA8-BE5A-A20F93F7B645}" dt="2025-11-21T18:08:44.382" v="156" actId="2696"/>
        <pc:sldMkLst>
          <pc:docMk/>
          <pc:sldMk cId="2652102883" sldId="291"/>
        </pc:sldMkLst>
      </pc:sldChg>
      <pc:sldChg chg="del">
        <pc:chgData name="Brett James" userId="d6e4463f3d9e46fb" providerId="LiveId" clId="{8716653C-DF99-4BA8-BE5A-A20F93F7B645}" dt="2025-11-21T18:08:47.428" v="157" actId="2696"/>
        <pc:sldMkLst>
          <pc:docMk/>
          <pc:sldMk cId="362649583" sldId="292"/>
        </pc:sldMkLst>
      </pc:sldChg>
      <pc:sldChg chg="addSp delSp modSp mod">
        <pc:chgData name="Brett James" userId="d6e4463f3d9e46fb" providerId="LiveId" clId="{8716653C-DF99-4BA8-BE5A-A20F93F7B645}" dt="2025-11-21T18:15:32.197" v="227" actId="403"/>
        <pc:sldMkLst>
          <pc:docMk/>
          <pc:sldMk cId="853261029" sldId="294"/>
        </pc:sldMkLst>
        <pc:spChg chg="mod">
          <ac:chgData name="Brett James" userId="d6e4463f3d9e46fb" providerId="LiveId" clId="{8716653C-DF99-4BA8-BE5A-A20F93F7B645}" dt="2025-11-21T18:09:20.250" v="168" actId="207"/>
          <ac:spMkLst>
            <pc:docMk/>
            <pc:sldMk cId="853261029" sldId="294"/>
            <ac:spMk id="2" creationId="{97DC00FF-6B42-7D84-7831-AACC4E189E93}"/>
          </ac:spMkLst>
        </pc:spChg>
        <pc:spChg chg="mod">
          <ac:chgData name="Brett James" userId="d6e4463f3d9e46fb" providerId="LiveId" clId="{8716653C-DF99-4BA8-BE5A-A20F93F7B645}" dt="2025-11-21T18:09:41.090" v="174" actId="1076"/>
          <ac:spMkLst>
            <pc:docMk/>
            <pc:sldMk cId="853261029" sldId="294"/>
            <ac:spMk id="4" creationId="{DE5C7B5A-A5C3-15D4-DF71-B692D28942FC}"/>
          </ac:spMkLst>
        </pc:spChg>
        <pc:spChg chg="add del mod">
          <ac:chgData name="Brett James" userId="d6e4463f3d9e46fb" providerId="LiveId" clId="{8716653C-DF99-4BA8-BE5A-A20F93F7B645}" dt="2025-11-21T18:09:00.308" v="162" actId="478"/>
          <ac:spMkLst>
            <pc:docMk/>
            <pc:sldMk cId="853261029" sldId="294"/>
            <ac:spMk id="5" creationId="{84C8CFF5-649F-F478-9154-7BD66BD99759}"/>
          </ac:spMkLst>
        </pc:spChg>
        <pc:spChg chg="del mod">
          <ac:chgData name="Brett James" userId="d6e4463f3d9e46fb" providerId="LiveId" clId="{8716653C-DF99-4BA8-BE5A-A20F93F7B645}" dt="2025-11-21T18:08:58.370" v="161" actId="478"/>
          <ac:spMkLst>
            <pc:docMk/>
            <pc:sldMk cId="853261029" sldId="294"/>
            <ac:spMk id="7" creationId="{CC7FC500-BBFB-3AA4-BEDE-038CB94FFF61}"/>
          </ac:spMkLst>
        </pc:spChg>
        <pc:graphicFrameChg chg="add del mod modGraphic">
          <ac:chgData name="Brett James" userId="d6e4463f3d9e46fb" providerId="LiveId" clId="{8716653C-DF99-4BA8-BE5A-A20F93F7B645}" dt="2025-11-21T18:12:20.388" v="188" actId="478"/>
          <ac:graphicFrameMkLst>
            <pc:docMk/>
            <pc:sldMk cId="853261029" sldId="294"/>
            <ac:graphicFrameMk id="6" creationId="{5E87FF47-FB1A-6D7D-03F6-DC26F255CBFC}"/>
          </ac:graphicFrameMkLst>
        </pc:graphicFrameChg>
        <pc:graphicFrameChg chg="add mod modGraphic">
          <ac:chgData name="Brett James" userId="d6e4463f3d9e46fb" providerId="LiveId" clId="{8716653C-DF99-4BA8-BE5A-A20F93F7B645}" dt="2025-11-21T18:15:32.197" v="227" actId="403"/>
          <ac:graphicFrameMkLst>
            <pc:docMk/>
            <pc:sldMk cId="853261029" sldId="294"/>
            <ac:graphicFrameMk id="8" creationId="{80D1AA45-7644-37AA-731D-94EFD9AC1ACE}"/>
          </ac:graphicFrameMkLst>
        </pc:graphicFrameChg>
      </pc:sldChg>
      <pc:sldChg chg="del">
        <pc:chgData name="Brett James" userId="d6e4463f3d9e46fb" providerId="LiveId" clId="{8716653C-DF99-4BA8-BE5A-A20F93F7B645}" dt="2025-11-21T18:08:51.326" v="158" actId="2696"/>
        <pc:sldMkLst>
          <pc:docMk/>
          <pc:sldMk cId="907915534" sldId="295"/>
        </pc:sldMkLst>
      </pc:sldChg>
      <pc:sldChg chg="modSp del mod">
        <pc:chgData name="Brett James" userId="d6e4463f3d9e46fb" providerId="LiveId" clId="{8716653C-DF99-4BA8-BE5A-A20F93F7B645}" dt="2025-11-21T18:34:48.068" v="703" actId="2696"/>
        <pc:sldMkLst>
          <pc:docMk/>
          <pc:sldMk cId="1609673525" sldId="296"/>
        </pc:sldMkLst>
        <pc:spChg chg="mod">
          <ac:chgData name="Brett James" userId="d6e4463f3d9e46fb" providerId="LiveId" clId="{8716653C-DF99-4BA8-BE5A-A20F93F7B645}" dt="2025-11-21T18:34:35.492" v="702" actId="207"/>
          <ac:spMkLst>
            <pc:docMk/>
            <pc:sldMk cId="1609673525" sldId="296"/>
            <ac:spMk id="7" creationId="{81C753FD-96EC-101A-B8A4-5F69A189BEF4}"/>
          </ac:spMkLst>
        </pc:spChg>
      </pc:sldChg>
      <pc:sldChg chg="del">
        <pc:chgData name="Brett James" userId="d6e4463f3d9e46fb" providerId="LiveId" clId="{8716653C-DF99-4BA8-BE5A-A20F93F7B645}" dt="2025-11-21T18:06:42.681" v="133" actId="2696"/>
        <pc:sldMkLst>
          <pc:docMk/>
          <pc:sldMk cId="4117153350" sldId="297"/>
        </pc:sldMkLst>
      </pc:sldChg>
      <pc:sldChg chg="addSp delSp modSp mod">
        <pc:chgData name="Brett James" userId="d6e4463f3d9e46fb" providerId="LiveId" clId="{8716653C-DF99-4BA8-BE5A-A20F93F7B645}" dt="2025-11-21T18:33:28.145" v="697" actId="1076"/>
        <pc:sldMkLst>
          <pc:docMk/>
          <pc:sldMk cId="1678163377" sldId="298"/>
        </pc:sldMkLst>
        <pc:spChg chg="mod">
          <ac:chgData name="Brett James" userId="d6e4463f3d9e46fb" providerId="LiveId" clId="{8716653C-DF99-4BA8-BE5A-A20F93F7B645}" dt="2025-11-21T18:16:26.946" v="231" actId="207"/>
          <ac:spMkLst>
            <pc:docMk/>
            <pc:sldMk cId="1678163377" sldId="298"/>
            <ac:spMk id="2" creationId="{CB00786E-306F-FA21-4F87-81A032C68696}"/>
          </ac:spMkLst>
        </pc:spChg>
        <pc:spChg chg="add del mod">
          <ac:chgData name="Brett James" userId="d6e4463f3d9e46fb" providerId="LiveId" clId="{8716653C-DF99-4BA8-BE5A-A20F93F7B645}" dt="2025-11-21T18:16:43.083" v="233" actId="478"/>
          <ac:spMkLst>
            <pc:docMk/>
            <pc:sldMk cId="1678163377" sldId="298"/>
            <ac:spMk id="5" creationId="{B12F94CF-E5DF-D8B4-8DAD-AEC922FB0841}"/>
          </ac:spMkLst>
        </pc:spChg>
        <pc:spChg chg="add mod">
          <ac:chgData name="Brett James" userId="d6e4463f3d9e46fb" providerId="LiveId" clId="{8716653C-DF99-4BA8-BE5A-A20F93F7B645}" dt="2025-11-21T18:33:14.152" v="696" actId="1076"/>
          <ac:spMkLst>
            <pc:docMk/>
            <pc:sldMk cId="1678163377" sldId="298"/>
            <ac:spMk id="12" creationId="{29B8176C-02F1-0D6C-2DD1-5381E679627E}"/>
          </ac:spMkLst>
        </pc:spChg>
        <pc:spChg chg="add mod">
          <ac:chgData name="Brett James" userId="d6e4463f3d9e46fb" providerId="LiveId" clId="{8716653C-DF99-4BA8-BE5A-A20F93F7B645}" dt="2025-11-21T18:33:28.145" v="697" actId="1076"/>
          <ac:spMkLst>
            <pc:docMk/>
            <pc:sldMk cId="1678163377" sldId="298"/>
            <ac:spMk id="13" creationId="{CA1681F8-D142-21BC-E085-6280AEE68E1C}"/>
          </ac:spMkLst>
        </pc:spChg>
        <pc:spChg chg="add mod">
          <ac:chgData name="Brett James" userId="d6e4463f3d9e46fb" providerId="LiveId" clId="{8716653C-DF99-4BA8-BE5A-A20F93F7B645}" dt="2025-11-21T18:27:02.265" v="688" actId="1076"/>
          <ac:spMkLst>
            <pc:docMk/>
            <pc:sldMk cId="1678163377" sldId="298"/>
            <ac:spMk id="14" creationId="{49489C1D-CF58-24D5-6A0C-85E709E0770E}"/>
          </ac:spMkLst>
        </pc:spChg>
        <pc:graphicFrameChg chg="del">
          <ac:chgData name="Brett James" userId="d6e4463f3d9e46fb" providerId="LiveId" clId="{8716653C-DF99-4BA8-BE5A-A20F93F7B645}" dt="2025-11-21T18:16:40.772" v="232" actId="478"/>
          <ac:graphicFrameMkLst>
            <pc:docMk/>
            <pc:sldMk cId="1678163377" sldId="298"/>
            <ac:graphicFrameMk id="4" creationId="{E45D850A-4F58-6F54-953E-5ADC96B2EEB5}"/>
          </ac:graphicFrameMkLst>
        </pc:graphicFrameChg>
        <pc:picChg chg="add mod">
          <ac:chgData name="Brett James" userId="d6e4463f3d9e46fb" providerId="LiveId" clId="{8716653C-DF99-4BA8-BE5A-A20F93F7B645}" dt="2025-11-21T18:33:02.121" v="693" actId="14100"/>
          <ac:picMkLst>
            <pc:docMk/>
            <pc:sldMk cId="1678163377" sldId="298"/>
            <ac:picMk id="7" creationId="{5A458D04-9B36-4B86-F3A0-F7E20292B343}"/>
          </ac:picMkLst>
        </pc:picChg>
        <pc:picChg chg="add mod">
          <ac:chgData name="Brett James" userId="d6e4463f3d9e46fb" providerId="LiveId" clId="{8716653C-DF99-4BA8-BE5A-A20F93F7B645}" dt="2025-11-21T18:33:06.337" v="694" actId="1076"/>
          <ac:picMkLst>
            <pc:docMk/>
            <pc:sldMk cId="1678163377" sldId="298"/>
            <ac:picMk id="9" creationId="{60FECBB2-C5B0-C406-BAAE-6127B903FFBA}"/>
          </ac:picMkLst>
        </pc:picChg>
        <pc:picChg chg="add mod">
          <ac:chgData name="Brett James" userId="d6e4463f3d9e46fb" providerId="LiveId" clId="{8716653C-DF99-4BA8-BE5A-A20F93F7B645}" dt="2025-11-21T18:33:11.577" v="695" actId="1076"/>
          <ac:picMkLst>
            <pc:docMk/>
            <pc:sldMk cId="1678163377" sldId="298"/>
            <ac:picMk id="11" creationId="{506E0894-BA8E-76B4-CE77-B0FED315CA6C}"/>
          </ac:picMkLst>
        </pc:picChg>
      </pc:sldChg>
      <pc:sldChg chg="addSp delSp modSp new mod">
        <pc:chgData name="Brett James" userId="d6e4463f3d9e46fb" providerId="LiveId" clId="{8716653C-DF99-4BA8-BE5A-A20F93F7B645}" dt="2025-11-21T18:41:32.640" v="769" actId="1076"/>
        <pc:sldMkLst>
          <pc:docMk/>
          <pc:sldMk cId="3978151456" sldId="299"/>
        </pc:sldMkLst>
        <pc:spChg chg="mod">
          <ac:chgData name="Brett James" userId="d6e4463f3d9e46fb" providerId="LiveId" clId="{8716653C-DF99-4BA8-BE5A-A20F93F7B645}" dt="2025-11-21T18:35:17.746" v="708" actId="207"/>
          <ac:spMkLst>
            <pc:docMk/>
            <pc:sldMk cId="3978151456" sldId="299"/>
            <ac:spMk id="2" creationId="{BEE995C6-43BD-B352-F596-A2722BAA7581}"/>
          </ac:spMkLst>
        </pc:spChg>
        <pc:spChg chg="del">
          <ac:chgData name="Brett James" userId="d6e4463f3d9e46fb" providerId="LiveId" clId="{8716653C-DF99-4BA8-BE5A-A20F93F7B645}" dt="2025-11-21T18:35:40.964" v="709" actId="478"/>
          <ac:spMkLst>
            <pc:docMk/>
            <pc:sldMk cId="3978151456" sldId="299"/>
            <ac:spMk id="3" creationId="{3731C6A5-156B-BBF7-5A9A-8DB1F5E0793F}"/>
          </ac:spMkLst>
        </pc:spChg>
        <pc:spChg chg="add mod">
          <ac:chgData name="Brett James" userId="d6e4463f3d9e46fb" providerId="LiveId" clId="{8716653C-DF99-4BA8-BE5A-A20F93F7B645}" dt="2025-11-21T18:39:38.360" v="744" actId="1076"/>
          <ac:spMkLst>
            <pc:docMk/>
            <pc:sldMk cId="3978151456" sldId="299"/>
            <ac:spMk id="5" creationId="{85B94BA7-E7EB-552C-9050-2A6A5DDCD25A}"/>
          </ac:spMkLst>
        </pc:spChg>
        <pc:spChg chg="add del mod">
          <ac:chgData name="Brett James" userId="d6e4463f3d9e46fb" providerId="LiveId" clId="{8716653C-DF99-4BA8-BE5A-A20F93F7B645}" dt="2025-11-21T18:36:59.793" v="720" actId="478"/>
          <ac:spMkLst>
            <pc:docMk/>
            <pc:sldMk cId="3978151456" sldId="299"/>
            <ac:spMk id="6" creationId="{8FD37827-0F17-4BD8-91A1-606B44E13807}"/>
          </ac:spMkLst>
        </pc:spChg>
        <pc:spChg chg="add mod">
          <ac:chgData name="Brett James" userId="d6e4463f3d9e46fb" providerId="LiveId" clId="{8716653C-DF99-4BA8-BE5A-A20F93F7B645}" dt="2025-11-21T18:39:40.792" v="746" actId="1076"/>
          <ac:spMkLst>
            <pc:docMk/>
            <pc:sldMk cId="3978151456" sldId="299"/>
            <ac:spMk id="7" creationId="{651903E4-D500-8E02-EFF3-EF91AEFDD4C3}"/>
          </ac:spMkLst>
        </pc:spChg>
        <pc:spChg chg="add mod">
          <ac:chgData name="Brett James" userId="d6e4463f3d9e46fb" providerId="LiveId" clId="{8716653C-DF99-4BA8-BE5A-A20F93F7B645}" dt="2025-11-21T18:39:43.144" v="747" actId="1076"/>
          <ac:spMkLst>
            <pc:docMk/>
            <pc:sldMk cId="3978151456" sldId="299"/>
            <ac:spMk id="8" creationId="{7A03256D-E19E-BB75-8F36-F5B0B7AE2237}"/>
          </ac:spMkLst>
        </pc:spChg>
        <pc:spChg chg="add mod">
          <ac:chgData name="Brett James" userId="d6e4463f3d9e46fb" providerId="LiveId" clId="{8716653C-DF99-4BA8-BE5A-A20F93F7B645}" dt="2025-11-21T18:39:45.528" v="748" actId="1076"/>
          <ac:spMkLst>
            <pc:docMk/>
            <pc:sldMk cId="3978151456" sldId="299"/>
            <ac:spMk id="9" creationId="{9A01BE32-E93D-FA5A-A5A5-0F3C4C256DB6}"/>
          </ac:spMkLst>
        </pc:spChg>
        <pc:spChg chg="add mod">
          <ac:chgData name="Brett James" userId="d6e4463f3d9e46fb" providerId="LiveId" clId="{8716653C-DF99-4BA8-BE5A-A20F93F7B645}" dt="2025-11-21T18:40:17.093" v="754" actId="12"/>
          <ac:spMkLst>
            <pc:docMk/>
            <pc:sldMk cId="3978151456" sldId="299"/>
            <ac:spMk id="10" creationId="{F4FD1C73-DB4F-A343-48A7-E0FC93E7B205}"/>
          </ac:spMkLst>
        </pc:spChg>
        <pc:spChg chg="add mod">
          <ac:chgData name="Brett James" userId="d6e4463f3d9e46fb" providerId="LiveId" clId="{8716653C-DF99-4BA8-BE5A-A20F93F7B645}" dt="2025-11-21T18:41:30.481" v="768" actId="1076"/>
          <ac:spMkLst>
            <pc:docMk/>
            <pc:sldMk cId="3978151456" sldId="299"/>
            <ac:spMk id="11" creationId="{FBE3ABB2-31FF-998B-EFA9-85C66C5F4C3D}"/>
          </ac:spMkLst>
        </pc:spChg>
        <pc:spChg chg="add mod">
          <ac:chgData name="Brett James" userId="d6e4463f3d9e46fb" providerId="LiveId" clId="{8716653C-DF99-4BA8-BE5A-A20F93F7B645}" dt="2025-11-21T18:41:32.640" v="769" actId="1076"/>
          <ac:spMkLst>
            <pc:docMk/>
            <pc:sldMk cId="3978151456" sldId="299"/>
            <ac:spMk id="12" creationId="{9E5E50F6-4ACF-2E90-84CF-3CF79EBD727B}"/>
          </ac:spMkLst>
        </pc:spChg>
        <pc:graphicFrameChg chg="add del mod modGraphic">
          <ac:chgData name="Brett James" userId="d6e4463f3d9e46fb" providerId="LiveId" clId="{8716653C-DF99-4BA8-BE5A-A20F93F7B645}" dt="2025-11-21T18:36:15.086" v="714" actId="478"/>
          <ac:graphicFrameMkLst>
            <pc:docMk/>
            <pc:sldMk cId="3978151456" sldId="299"/>
            <ac:graphicFrameMk id="4" creationId="{8AE395DA-DEC3-9762-BA3A-C460A52A8E4B}"/>
          </ac:graphicFrameMkLst>
        </pc:graphicFrameChg>
      </pc:sldChg>
      <pc:sldChg chg="addSp delSp modSp new mod">
        <pc:chgData name="Brett James" userId="d6e4463f3d9e46fb" providerId="LiveId" clId="{8716653C-DF99-4BA8-BE5A-A20F93F7B645}" dt="2025-11-21T18:48:51.970" v="817" actId="20577"/>
        <pc:sldMkLst>
          <pc:docMk/>
          <pc:sldMk cId="2861969361" sldId="300"/>
        </pc:sldMkLst>
        <pc:spChg chg="add del mod">
          <ac:chgData name="Brett James" userId="d6e4463f3d9e46fb" providerId="LiveId" clId="{8716653C-DF99-4BA8-BE5A-A20F93F7B645}" dt="2025-11-21T18:43:46.962" v="786" actId="207"/>
          <ac:spMkLst>
            <pc:docMk/>
            <pc:sldMk cId="2861969361" sldId="300"/>
            <ac:spMk id="2" creationId="{25CBCC73-3613-22FB-731D-38BA052C1D03}"/>
          </ac:spMkLst>
        </pc:spChg>
        <pc:spChg chg="del">
          <ac:chgData name="Brett James" userId="d6e4463f3d9e46fb" providerId="LiveId" clId="{8716653C-DF99-4BA8-BE5A-A20F93F7B645}" dt="2025-11-21T18:42:53.803" v="771" actId="478"/>
          <ac:spMkLst>
            <pc:docMk/>
            <pc:sldMk cId="2861969361" sldId="300"/>
            <ac:spMk id="3" creationId="{31A9D3DC-49AF-EA11-2E11-C90D53FEB90A}"/>
          </ac:spMkLst>
        </pc:spChg>
        <pc:spChg chg="add del mod">
          <ac:chgData name="Brett James" userId="d6e4463f3d9e46fb" providerId="LiveId" clId="{8716653C-DF99-4BA8-BE5A-A20F93F7B645}" dt="2025-11-21T18:45:47.440" v="789" actId="478"/>
          <ac:spMkLst>
            <pc:docMk/>
            <pc:sldMk cId="2861969361" sldId="300"/>
            <ac:spMk id="4" creationId="{C215EB43-42F3-3BCD-40E2-043FF7CE4ABE}"/>
          </ac:spMkLst>
        </pc:spChg>
        <pc:spChg chg="add mod">
          <ac:chgData name="Brett James" userId="d6e4463f3d9e46fb" providerId="LiveId" clId="{8716653C-DF99-4BA8-BE5A-A20F93F7B645}" dt="2025-11-21T18:48:43.734" v="811" actId="20577"/>
          <ac:spMkLst>
            <pc:docMk/>
            <pc:sldMk cId="2861969361" sldId="300"/>
            <ac:spMk id="5" creationId="{35D76628-A3E7-C296-33B6-D442548726EE}"/>
          </ac:spMkLst>
        </pc:spChg>
        <pc:spChg chg="add mod">
          <ac:chgData name="Brett James" userId="d6e4463f3d9e46fb" providerId="LiveId" clId="{8716653C-DF99-4BA8-BE5A-A20F93F7B645}" dt="2025-11-21T18:48:46.700" v="813" actId="20577"/>
          <ac:spMkLst>
            <pc:docMk/>
            <pc:sldMk cId="2861969361" sldId="300"/>
            <ac:spMk id="6" creationId="{0E2559DF-F75F-08C6-D053-8BB38CB7A4BB}"/>
          </ac:spMkLst>
        </pc:spChg>
        <pc:spChg chg="add mod">
          <ac:chgData name="Brett James" userId="d6e4463f3d9e46fb" providerId="LiveId" clId="{8716653C-DF99-4BA8-BE5A-A20F93F7B645}" dt="2025-11-21T18:48:49.286" v="815" actId="20577"/>
          <ac:spMkLst>
            <pc:docMk/>
            <pc:sldMk cId="2861969361" sldId="300"/>
            <ac:spMk id="7" creationId="{F7FC5BF2-84FC-FBD8-2BE2-3B4ED0B3225D}"/>
          </ac:spMkLst>
        </pc:spChg>
        <pc:spChg chg="add mod">
          <ac:chgData name="Brett James" userId="d6e4463f3d9e46fb" providerId="LiveId" clId="{8716653C-DF99-4BA8-BE5A-A20F93F7B645}" dt="2025-11-21T18:48:51.970" v="817" actId="20577"/>
          <ac:spMkLst>
            <pc:docMk/>
            <pc:sldMk cId="2861969361" sldId="300"/>
            <ac:spMk id="8" creationId="{E5257F43-5588-AD92-A59A-2BFDB7694196}"/>
          </ac:spMkLst>
        </pc:spChg>
      </pc:sldChg>
      <pc:sldChg chg="addSp delSp modSp new mod">
        <pc:chgData name="Brett James" userId="d6e4463f3d9e46fb" providerId="LiveId" clId="{8716653C-DF99-4BA8-BE5A-A20F93F7B645}" dt="2025-11-21T18:54:55.968" v="852" actId="1076"/>
        <pc:sldMkLst>
          <pc:docMk/>
          <pc:sldMk cId="2643376310" sldId="301"/>
        </pc:sldMkLst>
        <pc:spChg chg="mod">
          <ac:chgData name="Brett James" userId="d6e4463f3d9e46fb" providerId="LiveId" clId="{8716653C-DF99-4BA8-BE5A-A20F93F7B645}" dt="2025-11-21T18:49:36.312" v="821" actId="1076"/>
          <ac:spMkLst>
            <pc:docMk/>
            <pc:sldMk cId="2643376310" sldId="301"/>
            <ac:spMk id="2" creationId="{238FC496-2624-221C-377E-973033950D20}"/>
          </ac:spMkLst>
        </pc:spChg>
        <pc:spChg chg="del">
          <ac:chgData name="Brett James" userId="d6e4463f3d9e46fb" providerId="LiveId" clId="{8716653C-DF99-4BA8-BE5A-A20F93F7B645}" dt="2025-11-21T18:53:24.205" v="822" actId="478"/>
          <ac:spMkLst>
            <pc:docMk/>
            <pc:sldMk cId="2643376310" sldId="301"/>
            <ac:spMk id="3" creationId="{553A26A3-9A15-5BE0-4122-999C8B7A05DB}"/>
          </ac:spMkLst>
        </pc:spChg>
        <pc:spChg chg="add mod">
          <ac:chgData name="Brett James" userId="d6e4463f3d9e46fb" providerId="LiveId" clId="{8716653C-DF99-4BA8-BE5A-A20F93F7B645}" dt="2025-11-21T18:54:37.460" v="848" actId="207"/>
          <ac:spMkLst>
            <pc:docMk/>
            <pc:sldMk cId="2643376310" sldId="301"/>
            <ac:spMk id="10" creationId="{BC7DC0D4-2DB4-FA78-D3A7-9A85582540F2}"/>
          </ac:spMkLst>
        </pc:spChg>
        <pc:spChg chg="add mod">
          <ac:chgData name="Brett James" userId="d6e4463f3d9e46fb" providerId="LiveId" clId="{8716653C-DF99-4BA8-BE5A-A20F93F7B645}" dt="2025-11-21T18:54:55.968" v="852" actId="1076"/>
          <ac:spMkLst>
            <pc:docMk/>
            <pc:sldMk cId="2643376310" sldId="301"/>
            <ac:spMk id="11" creationId="{1FB4ED75-A4B7-11C1-0ADB-86D9B078A944}"/>
          </ac:spMkLst>
        </pc:spChg>
        <pc:picChg chg="add mod">
          <ac:chgData name="Brett James" userId="d6e4463f3d9e46fb" providerId="LiveId" clId="{8716653C-DF99-4BA8-BE5A-A20F93F7B645}" dt="2025-11-21T18:54:20.041" v="843" actId="1076"/>
          <ac:picMkLst>
            <pc:docMk/>
            <pc:sldMk cId="2643376310" sldId="301"/>
            <ac:picMk id="5" creationId="{6FDEEF25-7542-494B-F7A6-BA8BA7A380DD}"/>
          </ac:picMkLst>
        </pc:picChg>
        <pc:picChg chg="add mod">
          <ac:chgData name="Brett James" userId="d6e4463f3d9e46fb" providerId="LiveId" clId="{8716653C-DF99-4BA8-BE5A-A20F93F7B645}" dt="2025-11-21T18:54:22.336" v="844" actId="1076"/>
          <ac:picMkLst>
            <pc:docMk/>
            <pc:sldMk cId="2643376310" sldId="301"/>
            <ac:picMk id="7" creationId="{D157C0A5-CA64-AB38-1964-9A5DB7E0750B}"/>
          </ac:picMkLst>
        </pc:picChg>
        <pc:picChg chg="add mod">
          <ac:chgData name="Brett James" userId="d6e4463f3d9e46fb" providerId="LiveId" clId="{8716653C-DF99-4BA8-BE5A-A20F93F7B645}" dt="2025-11-21T18:54:26.792" v="846" actId="1076"/>
          <ac:picMkLst>
            <pc:docMk/>
            <pc:sldMk cId="2643376310" sldId="301"/>
            <ac:picMk id="9" creationId="{DAEA6693-4254-8CF2-E6BA-8FF8B237EDAE}"/>
          </ac:picMkLst>
        </pc:picChg>
      </pc:sldChg>
      <pc:sldChg chg="addSp delSp modSp new mod">
        <pc:chgData name="Brett James" userId="d6e4463f3d9e46fb" providerId="LiveId" clId="{8716653C-DF99-4BA8-BE5A-A20F93F7B645}" dt="2025-11-21T19:35:37.968" v="896" actId="1076"/>
        <pc:sldMkLst>
          <pc:docMk/>
          <pc:sldMk cId="332656008" sldId="302"/>
        </pc:sldMkLst>
        <pc:spChg chg="mod">
          <ac:chgData name="Brett James" userId="d6e4463f3d9e46fb" providerId="LiveId" clId="{8716653C-DF99-4BA8-BE5A-A20F93F7B645}" dt="2025-11-21T19:32:11.664" v="858" actId="1076"/>
          <ac:spMkLst>
            <pc:docMk/>
            <pc:sldMk cId="332656008" sldId="302"/>
            <ac:spMk id="2" creationId="{7D7BE8F2-C937-39D1-0B67-C4F8DB71303B}"/>
          </ac:spMkLst>
        </pc:spChg>
        <pc:spChg chg="del">
          <ac:chgData name="Brett James" userId="d6e4463f3d9e46fb" providerId="LiveId" clId="{8716653C-DF99-4BA8-BE5A-A20F93F7B645}" dt="2025-11-21T19:32:13.631" v="859" actId="478"/>
          <ac:spMkLst>
            <pc:docMk/>
            <pc:sldMk cId="332656008" sldId="302"/>
            <ac:spMk id="3" creationId="{E47152CF-22E0-6D38-71BB-C426B3F5CBCD}"/>
          </ac:spMkLst>
        </pc:spChg>
        <pc:spChg chg="add mod">
          <ac:chgData name="Brett James" userId="d6e4463f3d9e46fb" providerId="LiveId" clId="{8716653C-DF99-4BA8-BE5A-A20F93F7B645}" dt="2025-11-21T19:35:06.407" v="886" actId="1076"/>
          <ac:spMkLst>
            <pc:docMk/>
            <pc:sldMk cId="332656008" sldId="302"/>
            <ac:spMk id="8" creationId="{463A74D9-3AFC-6BE0-DED1-3BB57E78B15C}"/>
          </ac:spMkLst>
        </pc:spChg>
        <pc:spChg chg="add mod">
          <ac:chgData name="Brett James" userId="d6e4463f3d9e46fb" providerId="LiveId" clId="{8716653C-DF99-4BA8-BE5A-A20F93F7B645}" dt="2025-11-21T19:35:37.968" v="896" actId="1076"/>
          <ac:spMkLst>
            <pc:docMk/>
            <pc:sldMk cId="332656008" sldId="302"/>
            <ac:spMk id="9" creationId="{58B7CC72-CED4-ACF8-D5BE-716C2A99A71B}"/>
          </ac:spMkLst>
        </pc:spChg>
        <pc:picChg chg="add mod">
          <ac:chgData name="Brett James" userId="d6e4463f3d9e46fb" providerId="LiveId" clId="{8716653C-DF99-4BA8-BE5A-A20F93F7B645}" dt="2025-11-21T19:35:10.111" v="887" actId="1076"/>
          <ac:picMkLst>
            <pc:docMk/>
            <pc:sldMk cId="332656008" sldId="302"/>
            <ac:picMk id="5" creationId="{A6DE1683-7D2E-B7B3-1865-53B1356AE720}"/>
          </ac:picMkLst>
        </pc:picChg>
        <pc:picChg chg="add mod">
          <ac:chgData name="Brett James" userId="d6e4463f3d9e46fb" providerId="LiveId" clId="{8716653C-DF99-4BA8-BE5A-A20F93F7B645}" dt="2025-11-21T19:35:33.792" v="895" actId="14100"/>
          <ac:picMkLst>
            <pc:docMk/>
            <pc:sldMk cId="332656008" sldId="302"/>
            <ac:picMk id="7" creationId="{748DC770-5C1F-4034-BA54-C3A1571262E1}"/>
          </ac:picMkLst>
        </pc:picChg>
      </pc:sldChg>
      <pc:sldChg chg="addSp delSp modSp new mod">
        <pc:chgData name="Brett James" userId="d6e4463f3d9e46fb" providerId="LiveId" clId="{8716653C-DF99-4BA8-BE5A-A20F93F7B645}" dt="2025-11-21T19:38:16.968" v="928" actId="1076"/>
        <pc:sldMkLst>
          <pc:docMk/>
          <pc:sldMk cId="3352115886" sldId="303"/>
        </pc:sldMkLst>
        <pc:spChg chg="mod">
          <ac:chgData name="Brett James" userId="d6e4463f3d9e46fb" providerId="LiveId" clId="{8716653C-DF99-4BA8-BE5A-A20F93F7B645}" dt="2025-11-21T19:36:20.946" v="900" actId="207"/>
          <ac:spMkLst>
            <pc:docMk/>
            <pc:sldMk cId="3352115886" sldId="303"/>
            <ac:spMk id="2" creationId="{5A6281FB-8933-EBF3-B002-671B689C3B5A}"/>
          </ac:spMkLst>
        </pc:spChg>
        <pc:spChg chg="mod">
          <ac:chgData name="Brett James" userId="d6e4463f3d9e46fb" providerId="LiveId" clId="{8716653C-DF99-4BA8-BE5A-A20F93F7B645}" dt="2025-11-21T19:36:45.992" v="907" actId="14100"/>
          <ac:spMkLst>
            <pc:docMk/>
            <pc:sldMk cId="3352115886" sldId="303"/>
            <ac:spMk id="3" creationId="{5932AFB6-3CD6-082C-AEAE-EC5DA15E12AC}"/>
          </ac:spMkLst>
        </pc:spChg>
        <pc:spChg chg="add del mod">
          <ac:chgData name="Brett James" userId="d6e4463f3d9e46fb" providerId="LiveId" clId="{8716653C-DF99-4BA8-BE5A-A20F93F7B645}" dt="2025-11-21T19:37:24.835" v="916"/>
          <ac:spMkLst>
            <pc:docMk/>
            <pc:sldMk cId="3352115886" sldId="303"/>
            <ac:spMk id="4" creationId="{6A134FBF-5D62-58C7-CE21-B4E3E15CD03D}"/>
          </ac:spMkLst>
        </pc:spChg>
        <pc:spChg chg="add mod">
          <ac:chgData name="Brett James" userId="d6e4463f3d9e46fb" providerId="LiveId" clId="{8716653C-DF99-4BA8-BE5A-A20F93F7B645}" dt="2025-11-21T19:38:15.151" v="927" actId="1076"/>
          <ac:spMkLst>
            <pc:docMk/>
            <pc:sldMk cId="3352115886" sldId="303"/>
            <ac:spMk id="5" creationId="{856B93D4-F29C-256F-C1BC-55A1D56ADB3D}"/>
          </ac:spMkLst>
        </pc:spChg>
        <pc:spChg chg="add mod">
          <ac:chgData name="Brett James" userId="d6e4463f3d9e46fb" providerId="LiveId" clId="{8716653C-DF99-4BA8-BE5A-A20F93F7B645}" dt="2025-11-21T19:38:16.968" v="928" actId="1076"/>
          <ac:spMkLst>
            <pc:docMk/>
            <pc:sldMk cId="3352115886" sldId="303"/>
            <ac:spMk id="6" creationId="{90797C37-145C-F9DE-0809-CE348186A967}"/>
          </ac:spMkLst>
        </pc:spChg>
        <pc:spChg chg="add mod">
          <ac:chgData name="Brett James" userId="d6e4463f3d9e46fb" providerId="LiveId" clId="{8716653C-DF99-4BA8-BE5A-A20F93F7B645}" dt="2025-11-21T19:38:11.224" v="926" actId="1076"/>
          <ac:spMkLst>
            <pc:docMk/>
            <pc:sldMk cId="3352115886" sldId="303"/>
            <ac:spMk id="7" creationId="{F67676FF-230F-2740-CDBB-C2987027E13C}"/>
          </ac:spMkLst>
        </pc:spChg>
      </pc:sldChg>
      <pc:sldChg chg="addSp delSp modSp new mod">
        <pc:chgData name="Brett James" userId="d6e4463f3d9e46fb" providerId="LiveId" clId="{8716653C-DF99-4BA8-BE5A-A20F93F7B645}" dt="2025-11-21T19:46:45.544" v="975" actId="1076"/>
        <pc:sldMkLst>
          <pc:docMk/>
          <pc:sldMk cId="2788636174" sldId="304"/>
        </pc:sldMkLst>
        <pc:spChg chg="mod">
          <ac:chgData name="Brett James" userId="d6e4463f3d9e46fb" providerId="LiveId" clId="{8716653C-DF99-4BA8-BE5A-A20F93F7B645}" dt="2025-11-21T19:40:00.271" v="942" actId="1076"/>
          <ac:spMkLst>
            <pc:docMk/>
            <pc:sldMk cId="2788636174" sldId="304"/>
            <ac:spMk id="2" creationId="{036553D8-0671-2D61-06F7-F9992785991D}"/>
          </ac:spMkLst>
        </pc:spChg>
        <pc:spChg chg="del">
          <ac:chgData name="Brett James" userId="d6e4463f3d9e46fb" providerId="LiveId" clId="{8716653C-DF99-4BA8-BE5A-A20F93F7B645}" dt="2025-11-21T19:39:22.852" v="931" actId="478"/>
          <ac:spMkLst>
            <pc:docMk/>
            <pc:sldMk cId="2788636174" sldId="304"/>
            <ac:spMk id="3" creationId="{E6CAE2B0-F11B-3292-87AA-61B7522E9AB5}"/>
          </ac:spMkLst>
        </pc:spChg>
        <pc:spChg chg="add mod">
          <ac:chgData name="Brett James" userId="d6e4463f3d9e46fb" providerId="LiveId" clId="{8716653C-DF99-4BA8-BE5A-A20F93F7B645}" dt="2025-11-21T19:40:47.353" v="951" actId="1076"/>
          <ac:spMkLst>
            <pc:docMk/>
            <pc:sldMk cId="2788636174" sldId="304"/>
            <ac:spMk id="4" creationId="{20D51391-F968-EC6F-86F4-2F0DD956C2DC}"/>
          </ac:spMkLst>
        </pc:spChg>
        <pc:spChg chg="add mod">
          <ac:chgData name="Brett James" userId="d6e4463f3d9e46fb" providerId="LiveId" clId="{8716653C-DF99-4BA8-BE5A-A20F93F7B645}" dt="2025-11-21T19:40:52.440" v="952" actId="1076"/>
          <ac:spMkLst>
            <pc:docMk/>
            <pc:sldMk cId="2788636174" sldId="304"/>
            <ac:spMk id="5" creationId="{7954B460-5EFB-120E-D453-D21B6FF2573D}"/>
          </ac:spMkLst>
        </pc:spChg>
        <pc:spChg chg="add mod">
          <ac:chgData name="Brett James" userId="d6e4463f3d9e46fb" providerId="LiveId" clId="{8716653C-DF99-4BA8-BE5A-A20F93F7B645}" dt="2025-11-21T19:40:31.787" v="948"/>
          <ac:spMkLst>
            <pc:docMk/>
            <pc:sldMk cId="2788636174" sldId="304"/>
            <ac:spMk id="6" creationId="{342AAF00-4F6A-7D28-C522-A3FA31A74114}"/>
          </ac:spMkLst>
        </pc:spChg>
        <pc:graphicFrameChg chg="add mod modGraphic">
          <ac:chgData name="Brett James" userId="d6e4463f3d9e46fb" providerId="LiveId" clId="{8716653C-DF99-4BA8-BE5A-A20F93F7B645}" dt="2025-11-21T19:46:45.544" v="975" actId="1076"/>
          <ac:graphicFrameMkLst>
            <pc:docMk/>
            <pc:sldMk cId="2788636174" sldId="304"/>
            <ac:graphicFrameMk id="7" creationId="{8D0725B7-C06A-DC53-2F27-0CF26B4C6388}"/>
          </ac:graphicFrameMkLst>
        </pc:graphicFrameChg>
      </pc:sldChg>
      <pc:sldChg chg="addSp delSp modSp new mod">
        <pc:chgData name="Brett James" userId="d6e4463f3d9e46fb" providerId="LiveId" clId="{8716653C-DF99-4BA8-BE5A-A20F93F7B645}" dt="2025-11-21T19:54:44.240" v="1038" actId="1076"/>
        <pc:sldMkLst>
          <pc:docMk/>
          <pc:sldMk cId="1654548523" sldId="305"/>
        </pc:sldMkLst>
        <pc:spChg chg="mod">
          <ac:chgData name="Brett James" userId="d6e4463f3d9e46fb" providerId="LiveId" clId="{8716653C-DF99-4BA8-BE5A-A20F93F7B645}" dt="2025-11-21T19:48:25.063" v="989" actId="255"/>
          <ac:spMkLst>
            <pc:docMk/>
            <pc:sldMk cId="1654548523" sldId="305"/>
            <ac:spMk id="2" creationId="{A61DA5D9-BC93-5C4E-92D7-82B1B8CC3B58}"/>
          </ac:spMkLst>
        </pc:spChg>
        <pc:spChg chg="del">
          <ac:chgData name="Brett James" userId="d6e4463f3d9e46fb" providerId="LiveId" clId="{8716653C-DF99-4BA8-BE5A-A20F93F7B645}" dt="2025-11-21T19:48:29.033" v="990" actId="478"/>
          <ac:spMkLst>
            <pc:docMk/>
            <pc:sldMk cId="1654548523" sldId="305"/>
            <ac:spMk id="3" creationId="{BD3C51B2-D30F-3A96-B357-A4F55CCDDEA5}"/>
          </ac:spMkLst>
        </pc:spChg>
        <pc:spChg chg="add mod">
          <ac:chgData name="Brett James" userId="d6e4463f3d9e46fb" providerId="LiveId" clId="{8716653C-DF99-4BA8-BE5A-A20F93F7B645}" dt="2025-11-21T19:51:28.119" v="1012" actId="1076"/>
          <ac:spMkLst>
            <pc:docMk/>
            <pc:sldMk cId="1654548523" sldId="305"/>
            <ac:spMk id="4" creationId="{9527FB1C-7DC1-E358-63CD-9BA9DE75DF3F}"/>
          </ac:spMkLst>
        </pc:spChg>
        <pc:spChg chg="add mod">
          <ac:chgData name="Brett James" userId="d6e4463f3d9e46fb" providerId="LiveId" clId="{8716653C-DF99-4BA8-BE5A-A20F93F7B645}" dt="2025-11-21T19:51:25.808" v="1011" actId="1076"/>
          <ac:spMkLst>
            <pc:docMk/>
            <pc:sldMk cId="1654548523" sldId="305"/>
            <ac:spMk id="5" creationId="{86F41AA4-6688-74BB-DA91-7BC041EBA11E}"/>
          </ac:spMkLst>
        </pc:spChg>
        <pc:spChg chg="add mod">
          <ac:chgData name="Brett James" userId="d6e4463f3d9e46fb" providerId="LiveId" clId="{8716653C-DF99-4BA8-BE5A-A20F93F7B645}" dt="2025-11-21T19:51:24.144" v="1010" actId="1076"/>
          <ac:spMkLst>
            <pc:docMk/>
            <pc:sldMk cId="1654548523" sldId="305"/>
            <ac:spMk id="6" creationId="{C30B7DD4-B602-374A-CB81-42AA57CBA7E7}"/>
          </ac:spMkLst>
        </pc:spChg>
        <pc:spChg chg="add del mod">
          <ac:chgData name="Brett James" userId="d6e4463f3d9e46fb" providerId="LiveId" clId="{8716653C-DF99-4BA8-BE5A-A20F93F7B645}" dt="2025-11-21T19:51:42.851" v="1017" actId="478"/>
          <ac:spMkLst>
            <pc:docMk/>
            <pc:sldMk cId="1654548523" sldId="305"/>
            <ac:spMk id="7" creationId="{7C93136F-7306-B84C-0FD8-A173DDDA9BEE}"/>
          </ac:spMkLst>
        </pc:spChg>
        <pc:spChg chg="add del mod">
          <ac:chgData name="Brett James" userId="d6e4463f3d9e46fb" providerId="LiveId" clId="{8716653C-DF99-4BA8-BE5A-A20F93F7B645}" dt="2025-11-21T19:52:27.586" v="1022" actId="478"/>
          <ac:spMkLst>
            <pc:docMk/>
            <pc:sldMk cId="1654548523" sldId="305"/>
            <ac:spMk id="8" creationId="{66618A79-B851-3981-DCD3-3C3F0C91115E}"/>
          </ac:spMkLst>
        </pc:spChg>
        <pc:spChg chg="add del mod">
          <ac:chgData name="Brett James" userId="d6e4463f3d9e46fb" providerId="LiveId" clId="{8716653C-DF99-4BA8-BE5A-A20F93F7B645}" dt="2025-11-21T19:54:33.940" v="1035" actId="478"/>
          <ac:spMkLst>
            <pc:docMk/>
            <pc:sldMk cId="1654548523" sldId="305"/>
            <ac:spMk id="9" creationId="{4361A801-F408-BA0A-22BA-F6C4C3E8BAFD}"/>
          </ac:spMkLst>
        </pc:spChg>
        <pc:spChg chg="add">
          <ac:chgData name="Brett James" userId="d6e4463f3d9e46fb" providerId="LiveId" clId="{8716653C-DF99-4BA8-BE5A-A20F93F7B645}" dt="2025-11-21T19:52:03.955" v="1018" actId="11529"/>
          <ac:spMkLst>
            <pc:docMk/>
            <pc:sldMk cId="1654548523" sldId="305"/>
            <ac:spMk id="10" creationId="{0F84CB60-A7CF-43B0-2A11-67CEF50BAC1A}"/>
          </ac:spMkLst>
        </pc:spChg>
        <pc:spChg chg="add del mod">
          <ac:chgData name="Brett James" userId="d6e4463f3d9e46fb" providerId="LiveId" clId="{8716653C-DF99-4BA8-BE5A-A20F93F7B645}" dt="2025-11-21T19:52:43.120" v="1025" actId="478"/>
          <ac:spMkLst>
            <pc:docMk/>
            <pc:sldMk cId="1654548523" sldId="305"/>
            <ac:spMk id="11" creationId="{36438809-F186-CFA2-9C4E-EF15070CE04E}"/>
          </ac:spMkLst>
        </pc:spChg>
        <pc:spChg chg="add del mod">
          <ac:chgData name="Brett James" userId="d6e4463f3d9e46fb" providerId="LiveId" clId="{8716653C-DF99-4BA8-BE5A-A20F93F7B645}" dt="2025-11-21T19:53:26.775" v="1029" actId="478"/>
          <ac:spMkLst>
            <pc:docMk/>
            <pc:sldMk cId="1654548523" sldId="305"/>
            <ac:spMk id="12" creationId="{B00284EF-B546-454F-0868-4A90816E33D7}"/>
          </ac:spMkLst>
        </pc:spChg>
        <pc:spChg chg="add mod">
          <ac:chgData name="Brett James" userId="d6e4463f3d9e46fb" providerId="LiveId" clId="{8716653C-DF99-4BA8-BE5A-A20F93F7B645}" dt="2025-11-21T19:54:28.776" v="1032" actId="1076"/>
          <ac:spMkLst>
            <pc:docMk/>
            <pc:sldMk cId="1654548523" sldId="305"/>
            <ac:spMk id="13" creationId="{FAE4C3A1-13DC-FAE5-AF9A-33946C59282C}"/>
          </ac:spMkLst>
        </pc:spChg>
        <pc:spChg chg="add mod">
          <ac:chgData name="Brett James" userId="d6e4463f3d9e46fb" providerId="LiveId" clId="{8716653C-DF99-4BA8-BE5A-A20F93F7B645}" dt="2025-11-21T19:54:44.240" v="1038" actId="1076"/>
          <ac:spMkLst>
            <pc:docMk/>
            <pc:sldMk cId="1654548523" sldId="305"/>
            <ac:spMk id="14" creationId="{31D83184-9858-0E87-6CE6-15F0A36E3C4C}"/>
          </ac:spMkLst>
        </pc:spChg>
      </pc:sldChg>
      <pc:sldChg chg="addSp delSp new del mod">
        <pc:chgData name="Brett James" userId="d6e4463f3d9e46fb" providerId="LiveId" clId="{8716653C-DF99-4BA8-BE5A-A20F93F7B645}" dt="2025-11-21T19:47:45.989" v="981" actId="680"/>
        <pc:sldMkLst>
          <pc:docMk/>
          <pc:sldMk cId="1898398459" sldId="305"/>
        </pc:sldMkLst>
        <pc:spChg chg="add del">
          <ac:chgData name="Brett James" userId="d6e4463f3d9e46fb" providerId="LiveId" clId="{8716653C-DF99-4BA8-BE5A-A20F93F7B645}" dt="2025-11-21T19:47:43.366" v="980" actId="478"/>
          <ac:spMkLst>
            <pc:docMk/>
            <pc:sldMk cId="1898398459" sldId="305"/>
            <ac:spMk id="2" creationId="{79C06BC8-D01F-7B24-025A-7D9A84B3FE4D}"/>
          </ac:spMkLst>
        </pc:spChg>
        <pc:spChg chg="add del">
          <ac:chgData name="Brett James" userId="d6e4463f3d9e46fb" providerId="LiveId" clId="{8716653C-DF99-4BA8-BE5A-A20F93F7B645}" dt="2025-11-21T19:47:43.135" v="979" actId="478"/>
          <ac:spMkLst>
            <pc:docMk/>
            <pc:sldMk cId="1898398459" sldId="305"/>
            <ac:spMk id="3" creationId="{69479E68-6B65-FD17-88E7-A6CAAA5D31DD}"/>
          </ac:spMkLst>
        </pc:spChg>
      </pc:sldChg>
      <pc:sldChg chg="addSp delSp modSp new mod">
        <pc:chgData name="Brett James" userId="d6e4463f3d9e46fb" providerId="LiveId" clId="{8716653C-DF99-4BA8-BE5A-A20F93F7B645}" dt="2025-11-21T20:05:53.264" v="1104" actId="1076"/>
        <pc:sldMkLst>
          <pc:docMk/>
          <pc:sldMk cId="570849786" sldId="306"/>
        </pc:sldMkLst>
        <pc:spChg chg="mod">
          <ac:chgData name="Brett James" userId="d6e4463f3d9e46fb" providerId="LiveId" clId="{8716653C-DF99-4BA8-BE5A-A20F93F7B645}" dt="2025-11-21T19:55:43.232" v="1042" actId="14100"/>
          <ac:spMkLst>
            <pc:docMk/>
            <pc:sldMk cId="570849786" sldId="306"/>
            <ac:spMk id="2" creationId="{DF79259C-920C-648F-10FC-A3DBEED276D2}"/>
          </ac:spMkLst>
        </pc:spChg>
        <pc:spChg chg="del">
          <ac:chgData name="Brett James" userId="d6e4463f3d9e46fb" providerId="LiveId" clId="{8716653C-DF99-4BA8-BE5A-A20F93F7B645}" dt="2025-11-21T19:55:46.881" v="1043" actId="478"/>
          <ac:spMkLst>
            <pc:docMk/>
            <pc:sldMk cId="570849786" sldId="306"/>
            <ac:spMk id="3" creationId="{D4831EBA-ED94-8C38-C31B-3D0E26E60384}"/>
          </ac:spMkLst>
        </pc:spChg>
        <pc:spChg chg="add mod">
          <ac:chgData name="Brett James" userId="d6e4463f3d9e46fb" providerId="LiveId" clId="{8716653C-DF99-4BA8-BE5A-A20F93F7B645}" dt="2025-11-21T20:03:08.600" v="1086" actId="20577"/>
          <ac:spMkLst>
            <pc:docMk/>
            <pc:sldMk cId="570849786" sldId="306"/>
            <ac:spMk id="4" creationId="{3D635A9B-CB82-6C1D-EBBF-0AA85567E274}"/>
          </ac:spMkLst>
        </pc:spChg>
        <pc:spChg chg="add del mod">
          <ac:chgData name="Brett James" userId="d6e4463f3d9e46fb" providerId="LiveId" clId="{8716653C-DF99-4BA8-BE5A-A20F93F7B645}" dt="2025-11-21T19:56:38.317" v="1048"/>
          <ac:spMkLst>
            <pc:docMk/>
            <pc:sldMk cId="570849786" sldId="306"/>
            <ac:spMk id="5" creationId="{9E6D0B1E-EBC9-3F20-C2CB-EA88681F2310}"/>
          </ac:spMkLst>
        </pc:spChg>
        <pc:spChg chg="add mod">
          <ac:chgData name="Brett James" userId="d6e4463f3d9e46fb" providerId="LiveId" clId="{8716653C-DF99-4BA8-BE5A-A20F93F7B645}" dt="2025-11-21T19:57:47.345" v="1062" actId="207"/>
          <ac:spMkLst>
            <pc:docMk/>
            <pc:sldMk cId="570849786" sldId="306"/>
            <ac:spMk id="6" creationId="{C4080309-858A-50D3-96C8-5E046AB9216A}"/>
          </ac:spMkLst>
        </pc:spChg>
        <pc:spChg chg="add mod">
          <ac:chgData name="Brett James" userId="d6e4463f3d9e46fb" providerId="LiveId" clId="{8716653C-DF99-4BA8-BE5A-A20F93F7B645}" dt="2025-11-21T19:58:41.839" v="1074" actId="1076"/>
          <ac:spMkLst>
            <pc:docMk/>
            <pc:sldMk cId="570849786" sldId="306"/>
            <ac:spMk id="7" creationId="{4F742CA2-C7B4-BF10-03F0-52784B81CCA4}"/>
          </ac:spMkLst>
        </pc:spChg>
        <pc:spChg chg="add mod">
          <ac:chgData name="Brett James" userId="d6e4463f3d9e46fb" providerId="LiveId" clId="{8716653C-DF99-4BA8-BE5A-A20F93F7B645}" dt="2025-11-21T19:58:47.928" v="1075" actId="1076"/>
          <ac:spMkLst>
            <pc:docMk/>
            <pc:sldMk cId="570849786" sldId="306"/>
            <ac:spMk id="8" creationId="{714F3538-91D6-2279-4E1E-04BFE63C1BED}"/>
          </ac:spMkLst>
        </pc:spChg>
        <pc:spChg chg="add mod">
          <ac:chgData name="Brett James" userId="d6e4463f3d9e46fb" providerId="LiveId" clId="{8716653C-DF99-4BA8-BE5A-A20F93F7B645}" dt="2025-11-21T19:58:53.658" v="1076" actId="1076"/>
          <ac:spMkLst>
            <pc:docMk/>
            <pc:sldMk cId="570849786" sldId="306"/>
            <ac:spMk id="9" creationId="{0CD684B7-AADF-66C9-D7DD-62646D96D1C0}"/>
          </ac:spMkLst>
        </pc:spChg>
        <pc:spChg chg="add mod">
          <ac:chgData name="Brett James" userId="d6e4463f3d9e46fb" providerId="LiveId" clId="{8716653C-DF99-4BA8-BE5A-A20F93F7B645}" dt="2025-11-21T20:03:12.017" v="1088" actId="1076"/>
          <ac:spMkLst>
            <pc:docMk/>
            <pc:sldMk cId="570849786" sldId="306"/>
            <ac:spMk id="10" creationId="{225F74B0-199D-0C21-9947-D13E060931F2}"/>
          </ac:spMkLst>
        </pc:spChg>
        <pc:picChg chg="add mod">
          <ac:chgData name="Brett James" userId="d6e4463f3d9e46fb" providerId="LiveId" clId="{8716653C-DF99-4BA8-BE5A-A20F93F7B645}" dt="2025-11-21T20:05:17.856" v="1093" actId="1076"/>
          <ac:picMkLst>
            <pc:docMk/>
            <pc:sldMk cId="570849786" sldId="306"/>
            <ac:picMk id="12" creationId="{162A237A-94EF-97AF-D4AB-62DC50435F5A}"/>
          </ac:picMkLst>
        </pc:picChg>
        <pc:picChg chg="add mod">
          <ac:chgData name="Brett James" userId="d6e4463f3d9e46fb" providerId="LiveId" clId="{8716653C-DF99-4BA8-BE5A-A20F93F7B645}" dt="2025-11-21T20:05:53.264" v="1104" actId="1076"/>
          <ac:picMkLst>
            <pc:docMk/>
            <pc:sldMk cId="570849786" sldId="306"/>
            <ac:picMk id="14" creationId="{436AB880-A26C-E41A-F248-5459FEC2FB20}"/>
          </ac:picMkLst>
        </pc:picChg>
        <pc:picChg chg="add mod">
          <ac:chgData name="Brett James" userId="d6e4463f3d9e46fb" providerId="LiveId" clId="{8716653C-DF99-4BA8-BE5A-A20F93F7B645}" dt="2025-11-21T20:05:48.071" v="1103" actId="1076"/>
          <ac:picMkLst>
            <pc:docMk/>
            <pc:sldMk cId="570849786" sldId="306"/>
            <ac:picMk id="16" creationId="{B379A63E-0074-62E7-4EB3-F75893E26A8B}"/>
          </ac:picMkLst>
        </pc:picChg>
      </pc:sldChg>
      <pc:sldMasterChg chg="delSldLayout">
        <pc:chgData name="Brett James" userId="d6e4463f3d9e46fb" providerId="LiveId" clId="{8716653C-DF99-4BA8-BE5A-A20F93F7B645}" dt="2025-11-21T18:08:51.326" v="158" actId="2696"/>
        <pc:sldMasterMkLst>
          <pc:docMk/>
          <pc:sldMasterMk cId="1788353970" sldId="2147483648"/>
        </pc:sldMasterMkLst>
        <pc:sldLayoutChg chg="del">
          <pc:chgData name="Brett James" userId="d6e4463f3d9e46fb" providerId="LiveId" clId="{8716653C-DF99-4BA8-BE5A-A20F93F7B645}" dt="2025-11-21T18:08:47.428" v="157" actId="2696"/>
          <pc:sldLayoutMkLst>
            <pc:docMk/>
            <pc:sldMasterMk cId="1788353970" sldId="2147483648"/>
            <pc:sldLayoutMk cId="4193030505" sldId="2147483675"/>
          </pc:sldLayoutMkLst>
        </pc:sldLayoutChg>
        <pc:sldLayoutChg chg="del">
          <pc:chgData name="Brett James" userId="d6e4463f3d9e46fb" providerId="LiveId" clId="{8716653C-DF99-4BA8-BE5A-A20F93F7B645}" dt="2025-11-21T18:08:51.326" v="158" actId="2696"/>
          <pc:sldLayoutMkLst>
            <pc:docMk/>
            <pc:sldMasterMk cId="1788353970" sldId="2147483648"/>
            <pc:sldLayoutMk cId="1827098551" sldId="214748367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845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6" r:id="rId9"/>
    <p:sldLayoutId id="2147483661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386C8E-36A5-31FB-E70A-7C037C655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051061"/>
          </a:xfrm>
        </p:spPr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Contract Monthly Claim System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95F2D-259B-9FF0-6AA3-491A4947DA3D}"/>
              </a:ext>
            </a:extLst>
          </p:cNvPr>
          <p:cNvSpPr txBox="1"/>
          <p:nvPr/>
        </p:nvSpPr>
        <p:spPr>
          <a:xfrm>
            <a:off x="1248697" y="2359742"/>
            <a:ext cx="72267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Lecturer Claim Management - A comprehensive web application for automated claim processing and approval workflows.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By ST10440287</a:t>
            </a:r>
          </a:p>
          <a:p>
            <a:r>
              <a:rPr lang="en-US" dirty="0">
                <a:solidFill>
                  <a:schemeClr val="accent1"/>
                </a:solidFill>
              </a:rPr>
              <a:t>PROG6212 – 21 November 2025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343" y="473417"/>
            <a:ext cx="3687096" cy="3366814"/>
          </a:xfrm>
        </p:spPr>
        <p:txBody>
          <a:bodyPr/>
          <a:lstStyle/>
          <a:p>
            <a:r>
              <a:rPr lang="en-US" sz="6000" dirty="0">
                <a:solidFill>
                  <a:schemeClr val="accent1"/>
                </a:solidFill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4219" y="384926"/>
            <a:ext cx="4252112" cy="567174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01. Problem &amp; Solution</a:t>
            </a:r>
          </a:p>
          <a:p>
            <a:r>
              <a:rPr lang="en-US" dirty="0"/>
              <a:t>Understanding manual claim processing challenges and introducing automated solutions for efficiency.</a:t>
            </a:r>
          </a:p>
          <a:p>
            <a:r>
              <a:rPr lang="en-US" b="1" dirty="0">
                <a:solidFill>
                  <a:schemeClr val="accent1"/>
                </a:solidFill>
              </a:rPr>
              <a:t>02. System Overview</a:t>
            </a:r>
          </a:p>
          <a:p>
            <a:r>
              <a:rPr lang="en-US" dirty="0"/>
              <a:t>Comprehensive web application features, architecture, and multi-role access control system.</a:t>
            </a:r>
          </a:p>
          <a:p>
            <a:r>
              <a:rPr lang="en-US" b="1" dirty="0">
                <a:solidFill>
                  <a:schemeClr val="accent1"/>
                </a:solidFill>
              </a:rPr>
              <a:t>03. Technical Implementation</a:t>
            </a:r>
          </a:p>
          <a:p>
            <a:r>
              <a:rPr lang="en-US" dirty="0"/>
              <a:t>Automated verification, approval workflows, database design, and security measures implementation.</a:t>
            </a:r>
          </a:p>
          <a:p>
            <a:r>
              <a:rPr lang="en-US" b="1" dirty="0">
                <a:solidFill>
                  <a:schemeClr val="accent1"/>
                </a:solidFill>
              </a:rPr>
              <a:t>04. Results &amp; Future</a:t>
            </a:r>
          </a:p>
          <a:p>
            <a:r>
              <a:rPr lang="en-US" dirty="0"/>
              <a:t>Testing validation, benefits analysis, future enhancements, and comprehensive system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A6CC1B-6C4D-A6CF-D8D0-D8B2BA44AFBA}"/>
              </a:ext>
            </a:extLst>
          </p:cNvPr>
          <p:cNvSpPr txBox="1"/>
          <p:nvPr/>
        </p:nvSpPr>
        <p:spPr>
          <a:xfrm>
            <a:off x="2428568" y="363794"/>
            <a:ext cx="76003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accent1"/>
                </a:solidFill>
              </a:rPr>
              <a:t>Introduction &amp; Problem Statement</a:t>
            </a:r>
          </a:p>
          <a:p>
            <a:endParaRPr lang="en-US" sz="6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AA8913-532A-7DE0-6E5F-877913853851}"/>
              </a:ext>
            </a:extLst>
          </p:cNvPr>
          <p:cNvSpPr txBox="1"/>
          <p:nvPr/>
        </p:nvSpPr>
        <p:spPr>
          <a:xfrm>
            <a:off x="1651819" y="2467897"/>
            <a:ext cx="371659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Current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Paper-based submissions lead to lost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real-time tracking of claim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 verification causes significant delays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Difficult to generate comprehensive reports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7889EF-5808-5ED4-ACA9-9CED2323A3F6}"/>
              </a:ext>
            </a:extLst>
          </p:cNvPr>
          <p:cNvSpPr txBox="1"/>
          <p:nvPr/>
        </p:nvSpPr>
        <p:spPr>
          <a:xfrm>
            <a:off x="6572864" y="2467896"/>
            <a:ext cx="371659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Automated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Web-based comprehensive claim management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tracking and status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verification with risk scoring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Multi-level approval workflow automation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6181" y="1779636"/>
            <a:ext cx="8758572" cy="45719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System Overview - CMCS</a:t>
            </a:r>
            <a:br>
              <a:rPr lang="en-US" dirty="0">
                <a:solidFill>
                  <a:schemeClr val="accent1"/>
                </a:solidFill>
              </a:rPr>
            </a:b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6181" y="1295400"/>
            <a:ext cx="5120640" cy="1828800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What is CMCS?</a:t>
            </a:r>
          </a:p>
          <a:p>
            <a:r>
              <a:rPr lang="en-US" sz="1800" dirty="0"/>
              <a:t>Contract Monthly Claim System is a comprehensive web application built with ASP.NET Core MVC for managing lecturer monthly claims with multi-role access and automated workflows.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BFEE17-5CF3-E09E-9F0A-0CA5E26BE12C}"/>
              </a:ext>
            </a:extLst>
          </p:cNvPr>
          <p:cNvSpPr txBox="1"/>
          <p:nvPr/>
        </p:nvSpPr>
        <p:spPr>
          <a:xfrm>
            <a:off x="1524000" y="3429000"/>
            <a:ext cx="28611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Core Purpose</a:t>
            </a:r>
          </a:p>
          <a:p>
            <a:r>
              <a:rPr lang="en-US" dirty="0"/>
              <a:t>Simplify claim submission process, automate verification and approval workflows, provide real-time tracking capabilities, and generate comprehensive reports.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4E7D7-2419-0A0F-A568-6BA3E19F66EF}"/>
              </a:ext>
            </a:extLst>
          </p:cNvPr>
          <p:cNvSpPr txBox="1"/>
          <p:nvPr/>
        </p:nvSpPr>
        <p:spPr>
          <a:xfrm>
            <a:off x="4621162" y="3429000"/>
            <a:ext cx="26743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Multi-Role Access</a:t>
            </a:r>
          </a:p>
          <a:p>
            <a:r>
              <a:rPr lang="en-US" dirty="0"/>
              <a:t>Supports four distinct user roles with personalized dashboards and specific access levels for secure and efficient operations.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333" y="-591061"/>
            <a:ext cx="9601200" cy="1653371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Key Features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333" y="1775629"/>
            <a:ext cx="4023939" cy="1653371"/>
          </a:xfrm>
        </p:spPr>
        <p:txBody>
          <a:bodyPr>
            <a:normAutofit fontScale="925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Automated Claim Submission</a:t>
            </a:r>
          </a:p>
          <a:p>
            <a:r>
              <a:rPr lang="en-US" dirty="0"/>
              <a:t>Calculate totals automatically with built-in validation and document management capabilities for streamlined processing.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63571" y="1775629"/>
            <a:ext cx="4663440" cy="175160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Multi-Level Approval Workflow</a:t>
            </a:r>
          </a:p>
          <a:p>
            <a:r>
              <a:rPr lang="en-US" dirty="0"/>
              <a:t>Coordinator to Manager approval process with automated verification, risk scoring, and comprehensive policy checks.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CD7BFC-3C28-0BC4-3D48-4963DA24FEA5}"/>
              </a:ext>
            </a:extLst>
          </p:cNvPr>
          <p:cNvSpPr txBox="1"/>
          <p:nvPr/>
        </p:nvSpPr>
        <p:spPr>
          <a:xfrm>
            <a:off x="1030333" y="3687097"/>
            <a:ext cx="36969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Comprehensive Reporting Suite</a:t>
            </a:r>
          </a:p>
          <a:p>
            <a:r>
              <a:rPr lang="en-US" dirty="0"/>
              <a:t>Generate CSV exports, payment invoices, and detailed analytics with secure document storage and retrieval system.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D4DE21-6E96-4AA5-1A4A-89BE6CCB3A21}"/>
              </a:ext>
            </a:extLst>
          </p:cNvPr>
          <p:cNvSpPr txBox="1"/>
          <p:nvPr/>
        </p:nvSpPr>
        <p:spPr>
          <a:xfrm>
            <a:off x="6263571" y="3687096"/>
            <a:ext cx="3952145" cy="1751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Real-Time Tracking System</a:t>
            </a:r>
          </a:p>
          <a:p>
            <a:r>
              <a:rPr lang="en-US" dirty="0"/>
              <a:t>Monitor claim status instantly with role-based access control and comprehensive HR management module integration.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C00FF-6B42-7D84-7831-AACC4E18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736" y="186813"/>
            <a:ext cx="7048907" cy="833774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User Roles &amp; Access Control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C7B5A-A5C3-15D4-DF71-B692D28942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736" y="1231850"/>
            <a:ext cx="10598764" cy="10295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CMCS system implements a comprehensive role-based access control system with four distinct user types, each having specific responsibilities and access levels to ensure secure and efficient claim management operations.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D1AA45-7644-37AA-731D-94EFD9AC1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709567"/>
              </p:ext>
            </p:extLst>
          </p:nvPr>
        </p:nvGraphicFramePr>
        <p:xfrm>
          <a:off x="894736" y="2241756"/>
          <a:ext cx="9799971" cy="3291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22423">
                  <a:extLst>
                    <a:ext uri="{9D8B030D-6E8A-4147-A177-3AD203B41FA5}">
                      <a16:colId xmlns:a16="http://schemas.microsoft.com/office/drawing/2014/main" val="1359956616"/>
                    </a:ext>
                  </a:extLst>
                </a:gridCol>
                <a:gridCol w="2392028">
                  <a:extLst>
                    <a:ext uri="{9D8B030D-6E8A-4147-A177-3AD203B41FA5}">
                      <a16:colId xmlns:a16="http://schemas.microsoft.com/office/drawing/2014/main" val="2295771580"/>
                    </a:ext>
                  </a:extLst>
                </a:gridCol>
                <a:gridCol w="2393004">
                  <a:extLst>
                    <a:ext uri="{9D8B030D-6E8A-4147-A177-3AD203B41FA5}">
                      <a16:colId xmlns:a16="http://schemas.microsoft.com/office/drawing/2014/main" val="1461466217"/>
                    </a:ext>
                  </a:extLst>
                </a:gridCol>
                <a:gridCol w="2392516">
                  <a:extLst>
                    <a:ext uri="{9D8B030D-6E8A-4147-A177-3AD203B41FA5}">
                      <a16:colId xmlns:a16="http://schemas.microsoft.com/office/drawing/2014/main" val="1652459304"/>
                    </a:ext>
                  </a:extLst>
                </a:gridCol>
              </a:tblGrid>
              <a:tr h="1437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Role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Responsibilities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Access Level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Key Functions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860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Lecturer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Submit claims, upload documents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View own claims only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Track status, resubmit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935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Programme</a:t>
                      </a:r>
                      <a:r>
                        <a:rPr lang="en-US" sz="1400" dirty="0"/>
                        <a:t> Coordinator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First-level approval, verification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View pending claims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Review, approve, return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41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Academic Manager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Final approval, payment authorization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View all claims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Final decision making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854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HR Personnel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Manage lecturers, generate reports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System administration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User management, reporting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436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786E-306F-FA21-4F87-81A032C68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363" y="248315"/>
            <a:ext cx="9779183" cy="819152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Lecturer Module Features &amp; Interface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458D04-9B36-4B86-F3A0-F7E20292B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61" y="1103437"/>
            <a:ext cx="4386042" cy="2924057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FECBB2-C5B0-C406-BAAE-6127B903F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534" y="1103437"/>
            <a:ext cx="3413548" cy="2960028"/>
          </a:xfrm>
          <a:prstGeom prst="rect">
            <a:avLst/>
          </a:prstGeom>
        </p:spPr>
      </p:pic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506E0894-BA8E-76B4-CE77-B0FED315C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0186" y="1067467"/>
            <a:ext cx="1548624" cy="29600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B8176C-02F1-0D6C-2DD1-5381E679627E}"/>
              </a:ext>
            </a:extLst>
          </p:cNvPr>
          <p:cNvSpPr txBox="1"/>
          <p:nvPr/>
        </p:nvSpPr>
        <p:spPr>
          <a:xfrm>
            <a:off x="8727970" y="4227011"/>
            <a:ext cx="27130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Submit Claims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Submit monthly claims with automated calculations feature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Upload supporting documents in multiple formats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Real-time validation and policy checking system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1681F8-D142-21BC-E085-6280AEE68E1C}"/>
              </a:ext>
            </a:extLst>
          </p:cNvPr>
          <p:cNvSpPr txBox="1"/>
          <p:nvPr/>
        </p:nvSpPr>
        <p:spPr>
          <a:xfrm>
            <a:off x="4806791" y="4219281"/>
            <a:ext cx="321210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Dashboard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Real-time dashboard with comprehensive statistics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View complete claim history with detailed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Resubmit returned claims with revision capabilities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489C1D-CF58-24D5-6A0C-85E709E0770E}"/>
              </a:ext>
            </a:extLst>
          </p:cNvPr>
          <p:cNvSpPr txBox="1"/>
          <p:nvPr/>
        </p:nvSpPr>
        <p:spPr>
          <a:xfrm>
            <a:off x="823363" y="4232357"/>
            <a:ext cx="327435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My Claims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View all total, pending and approved claims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View claim approved tracking, whose approved it and when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Filter which claim has been approved or still pending</a:t>
            </a:r>
          </a:p>
        </p:txBody>
      </p:sp>
    </p:spTree>
    <p:extLst>
      <p:ext uri="{BB962C8B-B14F-4D97-AF65-F5344CB8AC3E}">
        <p14:creationId xmlns:p14="http://schemas.microsoft.com/office/powerpoint/2010/main" val="1678163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995C6-43BD-B352-F596-A2722BAA7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56" y="136526"/>
            <a:ext cx="10533720" cy="11515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Automated Verification System Intelligence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B94BA7-E7EB-552C-9050-2A6A5DDCD25A}"/>
              </a:ext>
            </a:extLst>
          </p:cNvPr>
          <p:cNvSpPr txBox="1"/>
          <p:nvPr/>
        </p:nvSpPr>
        <p:spPr>
          <a:xfrm>
            <a:off x="832511" y="1189703"/>
            <a:ext cx="2507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0.1-744</a:t>
            </a:r>
          </a:p>
          <a:p>
            <a:r>
              <a:rPr lang="en-US" b="1" dirty="0">
                <a:solidFill>
                  <a:schemeClr val="accent1"/>
                </a:solidFill>
              </a:rPr>
              <a:t>Hours Range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903E4-D500-8E02-EFF3-EF91AEFDD4C3}"/>
              </a:ext>
            </a:extLst>
          </p:cNvPr>
          <p:cNvSpPr txBox="1"/>
          <p:nvPr/>
        </p:nvSpPr>
        <p:spPr>
          <a:xfrm>
            <a:off x="3102147" y="1185013"/>
            <a:ext cx="2507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R1-9999</a:t>
            </a:r>
          </a:p>
          <a:p>
            <a:r>
              <a:rPr lang="en-US" b="1" dirty="0">
                <a:solidFill>
                  <a:schemeClr val="accent1"/>
                </a:solidFill>
              </a:rPr>
              <a:t>Rate Range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03256D-E19E-BB75-8F36-F5B0B7AE2237}"/>
              </a:ext>
            </a:extLst>
          </p:cNvPr>
          <p:cNvSpPr txBox="1"/>
          <p:nvPr/>
        </p:nvSpPr>
        <p:spPr>
          <a:xfrm>
            <a:off x="5530716" y="1155968"/>
            <a:ext cx="2507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0-100</a:t>
            </a:r>
          </a:p>
          <a:p>
            <a:r>
              <a:rPr lang="en-US" b="1" dirty="0">
                <a:solidFill>
                  <a:schemeClr val="accent1"/>
                </a:solidFill>
              </a:rPr>
              <a:t>Risk Score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01BE32-E93D-FA5A-A5A5-0F3C4C256DB6}"/>
              </a:ext>
            </a:extLst>
          </p:cNvPr>
          <p:cNvSpPr txBox="1"/>
          <p:nvPr/>
        </p:nvSpPr>
        <p:spPr>
          <a:xfrm>
            <a:off x="8065825" y="1185013"/>
            <a:ext cx="2163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24/7</a:t>
            </a:r>
          </a:p>
          <a:p>
            <a:r>
              <a:rPr lang="en-US" b="1" dirty="0">
                <a:solidFill>
                  <a:schemeClr val="accent1"/>
                </a:solidFill>
              </a:rPr>
              <a:t>Auto Check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FD1C73-DB4F-A343-48A7-E0FC93E7B205}"/>
              </a:ext>
            </a:extLst>
          </p:cNvPr>
          <p:cNvSpPr txBox="1"/>
          <p:nvPr/>
        </p:nvSpPr>
        <p:spPr>
          <a:xfrm>
            <a:off x="832511" y="2108343"/>
            <a:ext cx="262844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Policy Validation</a:t>
            </a:r>
          </a:p>
          <a:p>
            <a:r>
              <a:rPr lang="en-US" dirty="0"/>
              <a:t>Comprehensive policy checks ensure all claims meet institutional guidelines and regulatory requirements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Hours validation between 0.1 and 744 monthly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Rate verification within R1 to R9,999.99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Duplicate detection and document verification system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E3ABB2-31FF-998B-EFA9-85C66C5F4C3D}"/>
              </a:ext>
            </a:extLst>
          </p:cNvPr>
          <p:cNvSpPr txBox="1"/>
          <p:nvPr/>
        </p:nvSpPr>
        <p:spPr>
          <a:xfrm>
            <a:off x="4347545" y="2108343"/>
            <a:ext cx="29103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Risk Assessment</a:t>
            </a:r>
          </a:p>
          <a:p>
            <a:r>
              <a:rPr lang="en-US" dirty="0"/>
              <a:t>Intelligent risk scoring algorithm categorizes claims for appropriate review levels and processing priorities.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0-29: Low Risk for automatic approval readiness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30-49: Medium Risk requiring careful review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50+: High Risk needing mandatory manual review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5E50F6-4ACF-2E90-84CF-3CF79EBD727B}"/>
              </a:ext>
            </a:extLst>
          </p:cNvPr>
          <p:cNvSpPr txBox="1"/>
          <p:nvPr/>
        </p:nvSpPr>
        <p:spPr>
          <a:xfrm>
            <a:off x="7767484" y="2108343"/>
            <a:ext cx="30873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Smart Recommendations</a:t>
            </a:r>
          </a:p>
          <a:p>
            <a:r>
              <a:rPr lang="en-US" dirty="0"/>
              <a:t>AI-powered system provides intelligent approval suggestions and flags potential anomalies for review.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 suggests optimal approval action paths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Automatic flagging of anomalies and warnings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Contextual recommendations based on historical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151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BCC73-3613-22FB-731D-38BA052C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395" y="280220"/>
            <a:ext cx="10139605" cy="1145458"/>
          </a:xfrm>
        </p:spPr>
        <p:txBody>
          <a:bodyPr/>
          <a:lstStyle/>
          <a:p>
            <a:r>
              <a:rPr lang="en-US" sz="4200" dirty="0">
                <a:solidFill>
                  <a:schemeClr val="accent1"/>
                </a:solidFill>
              </a:rPr>
              <a:t>Multi-Level Approval Workflow Process</a:t>
            </a:r>
            <a:br>
              <a:rPr lang="en-US" sz="4200" dirty="0">
                <a:solidFill>
                  <a:schemeClr val="accent1"/>
                </a:solidFill>
              </a:rPr>
            </a:br>
            <a:endParaRPr lang="en-US" sz="42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D76628-A3E7-C296-33B6-D442548726EE}"/>
              </a:ext>
            </a:extLst>
          </p:cNvPr>
          <p:cNvSpPr txBox="1"/>
          <p:nvPr/>
        </p:nvSpPr>
        <p:spPr>
          <a:xfrm>
            <a:off x="1445342" y="1297858"/>
            <a:ext cx="8150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1.Lecturer Submission</a:t>
            </a:r>
          </a:p>
          <a:p>
            <a:r>
              <a:rPr lang="en-US" dirty="0"/>
              <a:t>Submit claim with documents and automated calculations validation.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559DF-F75F-08C6-D053-8BB38CB7A4BB}"/>
              </a:ext>
            </a:extLst>
          </p:cNvPr>
          <p:cNvSpPr txBox="1"/>
          <p:nvPr/>
        </p:nvSpPr>
        <p:spPr>
          <a:xfrm>
            <a:off x="2406356" y="2315496"/>
            <a:ext cx="8150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2.Coordinator Review</a:t>
            </a:r>
          </a:p>
          <a:p>
            <a:r>
              <a:rPr lang="en-US" dirty="0"/>
              <a:t>First-level verification with automated checks and risk assessment.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FC5BF2-84FC-FBD8-2BE2-3B4ED0B3225D}"/>
              </a:ext>
            </a:extLst>
          </p:cNvPr>
          <p:cNvSpPr txBox="1"/>
          <p:nvPr/>
        </p:nvSpPr>
        <p:spPr>
          <a:xfrm>
            <a:off x="3362634" y="3333134"/>
            <a:ext cx="8150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3.Manager Approval</a:t>
            </a:r>
          </a:p>
          <a:p>
            <a:r>
              <a:rPr lang="en-US" dirty="0"/>
              <a:t>Final approval decision with payment authorization capability.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257F43-5588-AD92-A59A-2BFDB7694196}"/>
              </a:ext>
            </a:extLst>
          </p:cNvPr>
          <p:cNvSpPr txBox="1"/>
          <p:nvPr/>
        </p:nvSpPr>
        <p:spPr>
          <a:xfrm>
            <a:off x="4218040" y="4350772"/>
            <a:ext cx="8150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4.Payment Processing</a:t>
            </a:r>
          </a:p>
          <a:p>
            <a:r>
              <a:rPr lang="en-US" dirty="0"/>
              <a:t>Approved claims ready for payment with complete audit trail.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969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C496-2624-221C-377E-973033950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176" y="-163683"/>
            <a:ext cx="9779183" cy="15700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Coordinator &amp; Manager Review Interface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DEEF25-7542-494B-F7A6-BA8BA7A38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73" y="946802"/>
            <a:ext cx="3597299" cy="3064062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57C0A5-CA64-AB38-1964-9A5DB7E07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73" y="4257903"/>
            <a:ext cx="4890360" cy="86201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EA6693-4254-8CF2-E6BA-8FF8B237E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41" y="5557902"/>
            <a:ext cx="5687411" cy="7065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7DC0D4-2DB4-FA78-D3A7-9A85582540F2}"/>
              </a:ext>
            </a:extLst>
          </p:cNvPr>
          <p:cNvSpPr txBox="1"/>
          <p:nvPr/>
        </p:nvSpPr>
        <p:spPr>
          <a:xfrm>
            <a:off x="5471033" y="1406355"/>
            <a:ext cx="33921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Automated Verification Display</a:t>
            </a:r>
          </a:p>
          <a:p>
            <a:r>
              <a:rPr lang="en-US" dirty="0"/>
              <a:t>Review interface prominently displays automated verification results with risk scores, policy warnings, and system recommendations to guide approval decisions effectively.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B4ED75-A4B7-11C1-0ADB-86D9B078A944}"/>
              </a:ext>
            </a:extLst>
          </p:cNvPr>
          <p:cNvSpPr txBox="1"/>
          <p:nvPr/>
        </p:nvSpPr>
        <p:spPr>
          <a:xfrm>
            <a:off x="7167097" y="4223336"/>
            <a:ext cx="34348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Priority Management Tools</a:t>
            </a:r>
          </a:p>
          <a:p>
            <a:r>
              <a:rPr lang="en-US" dirty="0"/>
              <a:t>Advanced sorting and filtering capabilities allow coordinators to prioritize urgent, high-risk, and high-value claims with bulk approval actions for efficiency.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376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BE8F2-C937-39D1-0B67-C4F8DB713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183" y="200111"/>
            <a:ext cx="9779183" cy="1206244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HR Management Module Capabilities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DE1683-7D2E-B7B3-1865-53B1356AE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96" y="907900"/>
            <a:ext cx="4649765" cy="2852703"/>
          </a:xfrm>
          <a:prstGeom prst="rect">
            <a:avLst/>
          </a:prstGeom>
        </p:spPr>
      </p:pic>
      <p:pic>
        <p:nvPicPr>
          <p:cNvPr id="7" name="Picture 6" descr="A screenshot of a report&#10;&#10;AI-generated content may be incorrect.">
            <a:extLst>
              <a:ext uri="{FF2B5EF4-FFF2-40B4-BE49-F238E27FC236}">
                <a16:creationId xmlns:a16="http://schemas.microsoft.com/office/drawing/2014/main" id="{748DC770-5C1F-4034-BA54-C3A157126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458" y="972097"/>
            <a:ext cx="3864077" cy="32669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3A74D9-3AFC-6BE0-DED1-3BB57E78B15C}"/>
              </a:ext>
            </a:extLst>
          </p:cNvPr>
          <p:cNvSpPr txBox="1"/>
          <p:nvPr/>
        </p:nvSpPr>
        <p:spPr>
          <a:xfrm>
            <a:off x="701655" y="3995678"/>
            <a:ext cx="48498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Lecturer Account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new lecturer accounts with complete profile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 lecturer information and contact details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Activate or deactivate accounts with security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Manage hourly rates and department assignments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B7CC72-CED4-ACF8-D5BE-716C2A99A71B}"/>
              </a:ext>
            </a:extLst>
          </p:cNvPr>
          <p:cNvSpPr txBox="1"/>
          <p:nvPr/>
        </p:nvSpPr>
        <p:spPr>
          <a:xfrm>
            <a:off x="6479458" y="4239039"/>
            <a:ext cx="47613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Comprehensive Reporting Suite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Approved Claims Summary with detailed CSV exports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Lecturer Payment Reports with earnings breakdown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Monthly Claim Reports and lecturer directory listings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Professional payment invoices for record keeping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56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81FB-8933-EBF3-B002-671B689C3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2"/>
            <a:ext cx="9779183" cy="1136844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Reports &amp; Analytics Dashboard</a:t>
            </a:r>
            <a:br>
              <a:rPr lang="en-US" dirty="0">
                <a:solidFill>
                  <a:schemeClr val="accent1"/>
                </a:solidFill>
              </a:rPr>
            </a:b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2AFB6-3CD6-082C-AEAE-EC5DA15E1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710" y="886758"/>
            <a:ext cx="9499303" cy="1581139"/>
          </a:xfrm>
        </p:spPr>
        <p:txBody>
          <a:bodyPr/>
          <a:lstStyle/>
          <a:p>
            <a:r>
              <a:rPr lang="en-US" sz="2000" b="1" dirty="0">
                <a:solidFill>
                  <a:schemeClr val="accent1"/>
                </a:solidFill>
              </a:rPr>
              <a:t>Advanced Reporting System</a:t>
            </a:r>
          </a:p>
          <a:p>
            <a:r>
              <a:rPr lang="en-US" sz="2000" dirty="0"/>
              <a:t>The CMCS reporting module provides comprehensive analytics with five distinct report types, enabling detailed financial tracking, audit compliance, and administrative oversight with professional export capabilities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B93D4-F29C-256F-C1BC-55A1D56ADB3D}"/>
              </a:ext>
            </a:extLst>
          </p:cNvPr>
          <p:cNvSpPr txBox="1"/>
          <p:nvPr/>
        </p:nvSpPr>
        <p:spPr>
          <a:xfrm>
            <a:off x="3837486" y="3018501"/>
            <a:ext cx="29215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Professional Invoices</a:t>
            </a:r>
          </a:p>
          <a:p>
            <a:r>
              <a:rPr lang="en-US" dirty="0"/>
              <a:t>Generate printable payment invoices with institutional branding for formal record keeping and payment processing.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797C37-145C-F9DE-0809-CE348186A967}"/>
              </a:ext>
            </a:extLst>
          </p:cNvPr>
          <p:cNvSpPr txBox="1"/>
          <p:nvPr/>
        </p:nvSpPr>
        <p:spPr>
          <a:xfrm>
            <a:off x="7004817" y="3018501"/>
            <a:ext cx="29215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Advanced Filtering</a:t>
            </a:r>
          </a:p>
          <a:p>
            <a:r>
              <a:rPr lang="en-US" dirty="0"/>
              <a:t>Filter reports by date ranges, specific lecturers, departments, and claim status for targeted analysis and compliance.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7676FF-230F-2740-CDBB-C2987027E13C}"/>
              </a:ext>
            </a:extLst>
          </p:cNvPr>
          <p:cNvSpPr txBox="1"/>
          <p:nvPr/>
        </p:nvSpPr>
        <p:spPr>
          <a:xfrm>
            <a:off x="804902" y="3008670"/>
            <a:ext cx="29215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CSV Export Reports</a:t>
            </a:r>
          </a:p>
          <a:p>
            <a:r>
              <a:rPr lang="en-US" dirty="0"/>
              <a:t>Export detailed approved claims, lecturer payments, and monthly aggregated data for Excel analysis and external processing.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115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553D8-0671-2D61-06F7-F99927859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504" y="-422787"/>
            <a:ext cx="10808199" cy="2256503"/>
          </a:xfrm>
        </p:spPr>
        <p:txBody>
          <a:bodyPr/>
          <a:lstStyle/>
          <a:p>
            <a:r>
              <a:rPr lang="en-US" sz="4200" dirty="0">
                <a:solidFill>
                  <a:schemeClr val="accent1"/>
                </a:solidFill>
              </a:rPr>
              <a:t>Technical Architecture Overview</a:t>
            </a:r>
            <a:br>
              <a:rPr lang="en-US" sz="4200" dirty="0"/>
            </a:br>
            <a:endParaRPr lang="en-US" sz="4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D51391-F968-EC6F-86F4-2F0DD956C2DC}"/>
              </a:ext>
            </a:extLst>
          </p:cNvPr>
          <p:cNvSpPr txBox="1"/>
          <p:nvPr/>
        </p:nvSpPr>
        <p:spPr>
          <a:xfrm>
            <a:off x="7852331" y="1652667"/>
            <a:ext cx="176616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ASP.NET Core 8.0</a:t>
            </a:r>
          </a:p>
          <a:p>
            <a:r>
              <a:rPr lang="en-US" dirty="0"/>
              <a:t>Modern MVC framework with C# 12 language features providing robust performance and scalability.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4B460-5EFB-120E-D453-D21B6FF2573D}"/>
              </a:ext>
            </a:extLst>
          </p:cNvPr>
          <p:cNvSpPr txBox="1"/>
          <p:nvPr/>
        </p:nvSpPr>
        <p:spPr>
          <a:xfrm>
            <a:off x="9876503" y="1652667"/>
            <a:ext cx="17661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Entity Framework Integration</a:t>
            </a:r>
          </a:p>
          <a:p>
            <a:r>
              <a:rPr lang="en-US" dirty="0"/>
              <a:t>SQLite database with EF Core ORM ensuring data integrity and efficient query performance optimization.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0725B7-C06A-DC53-2F27-0CF26B4C6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595313"/>
              </p:ext>
            </p:extLst>
          </p:nvPr>
        </p:nvGraphicFramePr>
        <p:xfrm>
          <a:off x="629808" y="1758372"/>
          <a:ext cx="6964516" cy="31089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41129">
                  <a:extLst>
                    <a:ext uri="{9D8B030D-6E8A-4147-A177-3AD203B41FA5}">
                      <a16:colId xmlns:a16="http://schemas.microsoft.com/office/drawing/2014/main" val="2870147331"/>
                    </a:ext>
                  </a:extLst>
                </a:gridCol>
                <a:gridCol w="1741129">
                  <a:extLst>
                    <a:ext uri="{9D8B030D-6E8A-4147-A177-3AD203B41FA5}">
                      <a16:colId xmlns:a16="http://schemas.microsoft.com/office/drawing/2014/main" val="3006836764"/>
                    </a:ext>
                  </a:extLst>
                </a:gridCol>
                <a:gridCol w="1741129">
                  <a:extLst>
                    <a:ext uri="{9D8B030D-6E8A-4147-A177-3AD203B41FA5}">
                      <a16:colId xmlns:a16="http://schemas.microsoft.com/office/drawing/2014/main" val="2629131553"/>
                    </a:ext>
                  </a:extLst>
                </a:gridCol>
                <a:gridCol w="1741129">
                  <a:extLst>
                    <a:ext uri="{9D8B030D-6E8A-4147-A177-3AD203B41FA5}">
                      <a16:colId xmlns:a16="http://schemas.microsoft.com/office/drawing/2014/main" val="12499732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Responsibility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721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Presentation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Views, Razor Pages, 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HTML, CSS, Bootstrap, JavaScript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interaction and display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157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Business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Controllers, Services,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ASP.NET </a:t>
                      </a:r>
                      <a:r>
                        <a:rPr lang="fr-FR" dirty="0" err="1"/>
                        <a:t>Core</a:t>
                      </a:r>
                      <a:r>
                        <a:rPr lang="fr-FR" dirty="0"/>
                        <a:t> MVC, C#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 requests, enforce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659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Models, </a:t>
                      </a:r>
                      <a:r>
                        <a:rPr lang="en-US" dirty="0" err="1"/>
                        <a:t>DbContext</a:t>
                      </a:r>
                      <a:r>
                        <a:rPr lang="en-US" dirty="0"/>
                        <a:t>,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Entity Framework, SQLite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storage and retrieval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650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8636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A5D9-BC93-5C4E-92D7-82B1B8CC3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1713903"/>
          </a:xfrm>
        </p:spPr>
        <p:txBody>
          <a:bodyPr/>
          <a:lstStyle/>
          <a:p>
            <a:r>
              <a:rPr lang="en-US" sz="4400" dirty="0">
                <a:solidFill>
                  <a:schemeClr val="accent1"/>
                </a:solidFill>
              </a:rPr>
              <a:t>Database Design &amp; Relationships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27FB1C-7DC1-E358-63CD-9BA9DE75DF3F}"/>
              </a:ext>
            </a:extLst>
          </p:cNvPr>
          <p:cNvSpPr txBox="1"/>
          <p:nvPr/>
        </p:nvSpPr>
        <p:spPr>
          <a:xfrm>
            <a:off x="409295" y="1659107"/>
            <a:ext cx="24285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Users Table Structure</a:t>
            </a:r>
          </a:p>
          <a:p>
            <a:r>
              <a:rPr lang="en-US" sz="1600" dirty="0"/>
              <a:t>Centralized user management storing all account types including lecturers, coordinators, managers, and HR personnel with role-based access control and authentication data.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F41AA4-6688-74BB-DA91-7BC041EBA11E}"/>
              </a:ext>
            </a:extLst>
          </p:cNvPr>
          <p:cNvSpPr txBox="1"/>
          <p:nvPr/>
        </p:nvSpPr>
        <p:spPr>
          <a:xfrm>
            <a:off x="5230762" y="1659108"/>
            <a:ext cx="26165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Claims Entity Model</a:t>
            </a:r>
          </a:p>
          <a:p>
            <a:r>
              <a:rPr lang="en-US" sz="1600" dirty="0"/>
              <a:t>Comprehensive claim tracking with status management, submission dates, approval workflow stages, and automated calculation fields for complete lifecycle management.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0B7DD4-B602-374A-CB81-42AA57CBA7E7}"/>
              </a:ext>
            </a:extLst>
          </p:cNvPr>
          <p:cNvSpPr txBox="1"/>
          <p:nvPr/>
        </p:nvSpPr>
        <p:spPr>
          <a:xfrm>
            <a:off x="2612922" y="4184740"/>
            <a:ext cx="28415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Document Management System</a:t>
            </a:r>
          </a:p>
          <a:p>
            <a:r>
              <a:rPr lang="en-US" sz="1600" dirty="0"/>
              <a:t>Supporting documents storage with metadata tracking, file type validation, size restrictions, and secure retrieval mechanisms for audit compliance and verification.</a:t>
            </a:r>
          </a:p>
          <a:p>
            <a:endParaRPr lang="en-US" dirty="0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0F84CB60-A7CF-43B0-2A11-67CEF50BAC1A}"/>
              </a:ext>
            </a:extLst>
          </p:cNvPr>
          <p:cNvSpPr/>
          <p:nvPr/>
        </p:nvSpPr>
        <p:spPr>
          <a:xfrm>
            <a:off x="3018503" y="1740310"/>
            <a:ext cx="1337187" cy="77674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Bent-Up 12">
            <a:extLst>
              <a:ext uri="{FF2B5EF4-FFF2-40B4-BE49-F238E27FC236}">
                <a16:creationId xmlns:a16="http://schemas.microsoft.com/office/drawing/2014/main" id="{FAE4C3A1-13DC-FAE5-AF9A-33946C59282C}"/>
              </a:ext>
            </a:extLst>
          </p:cNvPr>
          <p:cNvSpPr/>
          <p:nvPr/>
        </p:nvSpPr>
        <p:spPr>
          <a:xfrm rot="5400000">
            <a:off x="994080" y="4292157"/>
            <a:ext cx="1229033" cy="1133579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Bent-Up 13">
            <a:extLst>
              <a:ext uri="{FF2B5EF4-FFF2-40B4-BE49-F238E27FC236}">
                <a16:creationId xmlns:a16="http://schemas.microsoft.com/office/drawing/2014/main" id="{31D83184-9858-0E87-6CE6-15F0A36E3C4C}"/>
              </a:ext>
            </a:extLst>
          </p:cNvPr>
          <p:cNvSpPr/>
          <p:nvPr/>
        </p:nvSpPr>
        <p:spPr>
          <a:xfrm>
            <a:off x="5633651" y="4292156"/>
            <a:ext cx="1229033" cy="1133579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548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9259C-920C-648F-10FC-A3DBEED27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186005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Security Features Implementation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635A9B-CB82-6C1D-EBBF-0AA85567E274}"/>
              </a:ext>
            </a:extLst>
          </p:cNvPr>
          <p:cNvSpPr txBox="1"/>
          <p:nvPr/>
        </p:nvSpPr>
        <p:spPr>
          <a:xfrm>
            <a:off x="825910" y="1415845"/>
            <a:ext cx="1877961" cy="135685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080309-858A-50D3-96C8-5E046AB9216A}"/>
              </a:ext>
            </a:extLst>
          </p:cNvPr>
          <p:cNvSpPr txBox="1"/>
          <p:nvPr/>
        </p:nvSpPr>
        <p:spPr>
          <a:xfrm>
            <a:off x="2703871" y="1406013"/>
            <a:ext cx="71185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Access Control Foundation</a:t>
            </a:r>
          </a:p>
          <a:p>
            <a:r>
              <a:rPr lang="en-US" dirty="0"/>
              <a:t>Role-based access control ensures users only access authorized content with secure session management and authentication protocols.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742CA2-C7B4-BF10-03F0-52784B81CCA4}"/>
              </a:ext>
            </a:extLst>
          </p:cNvPr>
          <p:cNvSpPr txBox="1"/>
          <p:nvPr/>
        </p:nvSpPr>
        <p:spPr>
          <a:xfrm>
            <a:off x="825909" y="2883341"/>
            <a:ext cx="3244645" cy="135685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4F3538-91D6-2279-4E1E-04BFE63C1BED}"/>
              </a:ext>
            </a:extLst>
          </p:cNvPr>
          <p:cNvSpPr txBox="1"/>
          <p:nvPr/>
        </p:nvSpPr>
        <p:spPr>
          <a:xfrm>
            <a:off x="4134463" y="2883341"/>
            <a:ext cx="63024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Input Validation Layer</a:t>
            </a:r>
          </a:p>
          <a:p>
            <a:r>
              <a:rPr lang="en-US" dirty="0"/>
              <a:t>Comprehensive server-side and client-side validation with anti-forgery tokens providing CSRF protection and data integrity.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D684B7-AADF-66C9-D7DD-62646D96D1C0}"/>
              </a:ext>
            </a:extLst>
          </p:cNvPr>
          <p:cNvSpPr txBox="1"/>
          <p:nvPr/>
        </p:nvSpPr>
        <p:spPr>
          <a:xfrm>
            <a:off x="825909" y="4360669"/>
            <a:ext cx="4581833" cy="135685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5F74B0-199D-0C21-9947-D13E060931F2}"/>
              </a:ext>
            </a:extLst>
          </p:cNvPr>
          <p:cNvSpPr txBox="1"/>
          <p:nvPr/>
        </p:nvSpPr>
        <p:spPr>
          <a:xfrm>
            <a:off x="5471651" y="4360669"/>
            <a:ext cx="55303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Advanced Security Measures</a:t>
            </a:r>
          </a:p>
          <a:p>
            <a:r>
              <a:rPr lang="en-US" dirty="0"/>
              <a:t>Parameterized queries prevent SQL injection, file upload security with type restrictions, and model validation attributes ensure data safety.</a:t>
            </a:r>
          </a:p>
          <a:p>
            <a:endParaRPr lang="en-US" dirty="0"/>
          </a:p>
        </p:txBody>
      </p:sp>
      <p:pic>
        <p:nvPicPr>
          <p:cNvPr id="12" name="Picture 11" descr="A blue arrow in a white background&#10;&#10;AI-generated content may be incorrect.">
            <a:extLst>
              <a:ext uri="{FF2B5EF4-FFF2-40B4-BE49-F238E27FC236}">
                <a16:creationId xmlns:a16="http://schemas.microsoft.com/office/drawing/2014/main" id="{162A237A-94EF-97AF-D4AB-62DC50435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890" y="1967917"/>
            <a:ext cx="141408" cy="353520"/>
          </a:xfrm>
          <a:prstGeom prst="rect">
            <a:avLst/>
          </a:prstGeom>
        </p:spPr>
      </p:pic>
      <p:pic>
        <p:nvPicPr>
          <p:cNvPr id="14" name="Picture 13" descr="A blue number two&#10;&#10;AI-generated content may be incorrect.">
            <a:extLst>
              <a:ext uri="{FF2B5EF4-FFF2-40B4-BE49-F238E27FC236}">
                <a16:creationId xmlns:a16="http://schemas.microsoft.com/office/drawing/2014/main" id="{436AB880-A26C-E41A-F248-5459FEC2F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168" y="3380631"/>
            <a:ext cx="264126" cy="362271"/>
          </a:xfrm>
          <a:prstGeom prst="rect">
            <a:avLst/>
          </a:prstGeom>
        </p:spPr>
      </p:pic>
      <p:pic>
        <p:nvPicPr>
          <p:cNvPr id="16" name="Picture 15" descr="A blue number three on a white background&#10;&#10;AI-generated content may be incorrect.">
            <a:extLst>
              <a:ext uri="{FF2B5EF4-FFF2-40B4-BE49-F238E27FC236}">
                <a16:creationId xmlns:a16="http://schemas.microsoft.com/office/drawing/2014/main" id="{B379A63E-0074-62E7-4EB3-F75893E26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0523" y="4794815"/>
            <a:ext cx="312604" cy="48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84978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{32C28E42-AAB5-46C9-832D-9265ADEFAAE4}TF0e83fa2d-9a66-4e5e-9e82-acc620be7a498e277179_win32-f234380521c6</Template>
  <TotalTime>231</TotalTime>
  <Words>1145</Words>
  <Application>Microsoft Office PowerPoint</Application>
  <PresentationFormat>Widescreen</PresentationFormat>
  <Paragraphs>176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Tenorite</vt:lpstr>
      <vt:lpstr>Custom</vt:lpstr>
      <vt:lpstr>Contract Monthly Claim System  </vt:lpstr>
      <vt:lpstr>Contents</vt:lpstr>
      <vt:lpstr>PowerPoint Presentation</vt:lpstr>
      <vt:lpstr>System Overview - CMCS </vt:lpstr>
      <vt:lpstr>Key Features Overview</vt:lpstr>
      <vt:lpstr>User Roles &amp; Access Control</vt:lpstr>
      <vt:lpstr>Lecturer Module Features &amp; Interface</vt:lpstr>
      <vt:lpstr>Automated Verification System Intelligence </vt:lpstr>
      <vt:lpstr>Multi-Level Approval Workflow Process </vt:lpstr>
      <vt:lpstr>Coordinator &amp; Manager Review Interface </vt:lpstr>
      <vt:lpstr>HR Management Module Capabilities </vt:lpstr>
      <vt:lpstr>Reports &amp; Analytics Dashboard </vt:lpstr>
      <vt:lpstr>Technical Architecture Overview </vt:lpstr>
      <vt:lpstr>Database Design &amp; Relationships </vt:lpstr>
      <vt:lpstr>Security Features Implementation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Brett James</dc:creator>
  <cp:lastModifiedBy>Brett James</cp:lastModifiedBy>
  <cp:revision>1</cp:revision>
  <dcterms:created xsi:type="dcterms:W3CDTF">2025-11-21T16:14:32Z</dcterms:created>
  <dcterms:modified xsi:type="dcterms:W3CDTF">2025-11-21T20:05:54Z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